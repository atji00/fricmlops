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6" r:id="rId1"/>
  </p:sldMasterIdLst>
  <p:sldIdLst>
    <p:sldId id="256" r:id="rId2"/>
    <p:sldId id="257" r:id="rId3"/>
    <p:sldId id="267" r:id="rId4"/>
    <p:sldId id="268" r:id="rId5"/>
    <p:sldId id="269" r:id="rId6"/>
    <p:sldId id="263" r:id="rId7"/>
    <p:sldId id="271" r:id="rId8"/>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6" autoAdjust="0"/>
    <p:restoredTop sz="94660"/>
  </p:normalViewPr>
  <p:slideViewPr>
    <p:cSldViewPr snapToGrid="0">
      <p:cViewPr varScale="1">
        <p:scale>
          <a:sx n="115" d="100"/>
          <a:sy n="115" d="100"/>
        </p:scale>
        <p:origin x="744"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5610A-17B4-4656-93CF-E1D9982860F7}"/>
              </a:ext>
            </a:extLst>
          </p:cNvPr>
          <p:cNvSpPr>
            <a:spLocks noGrp="1"/>
          </p:cNvSpPr>
          <p:nvPr>
            <p:ph type="ctrTitle"/>
          </p:nvPr>
        </p:nvSpPr>
        <p:spPr>
          <a:xfrm>
            <a:off x="640080" y="1371599"/>
            <a:ext cx="6675120" cy="2951825"/>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A451C80B-DFD6-415B-BA5B-E56E510CD12B}"/>
              </a:ext>
            </a:extLst>
          </p:cNvPr>
          <p:cNvSpPr>
            <a:spLocks noGrp="1"/>
          </p:cNvSpPr>
          <p:nvPr>
            <p:ph type="subTitle" idx="1"/>
          </p:nvPr>
        </p:nvSpPr>
        <p:spPr>
          <a:xfrm>
            <a:off x="640080" y="4584879"/>
            <a:ext cx="6675120" cy="1287887"/>
          </a:xfrm>
        </p:spPr>
        <p:txBody>
          <a:bodyPr anchor="b">
            <a:normAutofit/>
          </a:bodyPr>
          <a:lstStyle>
            <a:lvl1pPr marL="0" indent="0" algn="l">
              <a:lnSpc>
                <a:spcPct val="130000"/>
              </a:lnSpc>
              <a:buNone/>
              <a:defRPr sz="1800" b="1" cap="all" spc="3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67A2065B-06FF-4991-9F8A-4BE25457B479}"/>
              </a:ext>
            </a:extLst>
          </p:cNvPr>
          <p:cNvSpPr>
            <a:spLocks noGrp="1"/>
          </p:cNvSpPr>
          <p:nvPr>
            <p:ph type="dt" sz="half" idx="10"/>
          </p:nvPr>
        </p:nvSpPr>
        <p:spPr/>
        <p:txBody>
          <a:bodyPr/>
          <a:lstStyle/>
          <a:p>
            <a:fld id="{6444479B-705B-4489-957E-7E8A228BDFA0}" type="datetime1">
              <a:rPr lang="en-US" smtClean="0"/>
              <a:t>3/23/2025</a:t>
            </a:fld>
            <a:endParaRPr lang="en-US"/>
          </a:p>
        </p:txBody>
      </p:sp>
      <p:sp>
        <p:nvSpPr>
          <p:cNvPr id="5" name="Footer Placeholder 4">
            <a:extLst>
              <a:ext uri="{FF2B5EF4-FFF2-40B4-BE49-F238E27FC236}">
                <a16:creationId xmlns:a16="http://schemas.microsoft.com/office/drawing/2014/main" id="{B20DF2FA-C604-45D8-A633-11D3742EC14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2EE5DA9-2D04-4850-AB9F-BD353816504A}"/>
              </a:ext>
            </a:extLst>
          </p:cNvPr>
          <p:cNvSpPr>
            <a:spLocks noGrp="1"/>
          </p:cNvSpPr>
          <p:nvPr>
            <p:ph type="sldNum" sz="quarter" idx="12"/>
          </p:nvPr>
        </p:nvSpPr>
        <p:spPr/>
        <p:txBody>
          <a:bodyPr/>
          <a:lstStyle/>
          <a:p>
            <a:fld id="{70C12960-6E85-460F-B6E3-5B82CB31AF3D}" type="slidenum">
              <a:rPr lang="en-US" smtClean="0"/>
              <a:t>‹N°›</a:t>
            </a:fld>
            <a:endParaRPr lang="en-US"/>
          </a:p>
        </p:txBody>
      </p:sp>
    </p:spTree>
    <p:extLst>
      <p:ext uri="{BB962C8B-B14F-4D97-AF65-F5344CB8AC3E}">
        <p14:creationId xmlns:p14="http://schemas.microsoft.com/office/powerpoint/2010/main" val="20838635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08B246-6A68-46BE-9DBD-614FA8CF4E26}"/>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03E47706-8D18-4093-A7C1-F30D7543CED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EC7C8FC-AAEA-4AB6-9DB5-2503F58F0E69}"/>
              </a:ext>
            </a:extLst>
          </p:cNvPr>
          <p:cNvSpPr>
            <a:spLocks noGrp="1"/>
          </p:cNvSpPr>
          <p:nvPr>
            <p:ph type="dt" sz="half" idx="10"/>
          </p:nvPr>
        </p:nvSpPr>
        <p:spPr/>
        <p:txBody>
          <a:bodyPr/>
          <a:lstStyle/>
          <a:p>
            <a:fld id="{9F89F774-3FA6-43B8-9241-99959C8FD463}" type="datetime1">
              <a:rPr lang="en-US" smtClean="0"/>
              <a:t>3/23/2025</a:t>
            </a:fld>
            <a:endParaRPr lang="en-US"/>
          </a:p>
        </p:txBody>
      </p:sp>
      <p:sp>
        <p:nvSpPr>
          <p:cNvPr id="5" name="Footer Placeholder 4">
            <a:extLst>
              <a:ext uri="{FF2B5EF4-FFF2-40B4-BE49-F238E27FC236}">
                <a16:creationId xmlns:a16="http://schemas.microsoft.com/office/drawing/2014/main" id="{E8B1616B-3F08-4869-A522-773C38940F6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3E030CE6-9124-4B3A-A912-AE16B5C34003}"/>
              </a:ext>
            </a:extLst>
          </p:cNvPr>
          <p:cNvSpPr>
            <a:spLocks noGrp="1"/>
          </p:cNvSpPr>
          <p:nvPr>
            <p:ph type="sldNum" sz="quarter" idx="12"/>
          </p:nvPr>
        </p:nvSpPr>
        <p:spPr/>
        <p:txBody>
          <a:bodyPr/>
          <a:lstStyle/>
          <a:p>
            <a:fld id="{70C12960-6E85-460F-B6E3-5B82CB31AF3D}" type="slidenum">
              <a:rPr lang="en-US" smtClean="0"/>
              <a:t>‹N°›</a:t>
            </a:fld>
            <a:endParaRPr lang="en-US"/>
          </a:p>
        </p:txBody>
      </p:sp>
    </p:spTree>
    <p:extLst>
      <p:ext uri="{BB962C8B-B14F-4D97-AF65-F5344CB8AC3E}">
        <p14:creationId xmlns:p14="http://schemas.microsoft.com/office/powerpoint/2010/main" val="25547496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1BB59B6-79B9-97F5-AC3B-DF65899D39D8}"/>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6C78885-57B2-4930-BD7D-CBF916EDF1C6}"/>
              </a:ext>
            </a:extLst>
          </p:cNvPr>
          <p:cNvSpPr>
            <a:spLocks noGrp="1"/>
          </p:cNvSpPr>
          <p:nvPr>
            <p:ph type="title"/>
          </p:nvPr>
        </p:nvSpPr>
        <p:spPr>
          <a:xfrm>
            <a:off x="640080" y="1291366"/>
            <a:ext cx="9214884" cy="3159974"/>
          </a:xfrm>
        </p:spPr>
        <p:txBody>
          <a:bodyPr anchor="b">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BE495E4-2F8B-4CC7-88AC-A312067E60D2}"/>
              </a:ext>
            </a:extLst>
          </p:cNvPr>
          <p:cNvSpPr>
            <a:spLocks noGrp="1"/>
          </p:cNvSpPr>
          <p:nvPr>
            <p:ph type="body" idx="1"/>
          </p:nvPr>
        </p:nvSpPr>
        <p:spPr>
          <a:xfrm>
            <a:off x="640080" y="5018567"/>
            <a:ext cx="7907079" cy="1073889"/>
          </a:xfrm>
        </p:spPr>
        <p:txBody>
          <a:bodyPr>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8585CC9-BAD3-4807-90BB-97DA2D6A6BE2}"/>
              </a:ext>
            </a:extLst>
          </p:cNvPr>
          <p:cNvSpPr>
            <a:spLocks noGrp="1"/>
          </p:cNvSpPr>
          <p:nvPr>
            <p:ph type="dt" sz="half" idx="10"/>
          </p:nvPr>
        </p:nvSpPr>
        <p:spPr/>
        <p:txBody>
          <a:bodyPr/>
          <a:lstStyle/>
          <a:p>
            <a:fld id="{F9504452-5DCC-4FE2-A5C9-8A5EF6714D65}" type="datetime1">
              <a:rPr lang="en-US" smtClean="0"/>
              <a:t>3/23/2025</a:t>
            </a:fld>
            <a:endParaRPr lang="en-US"/>
          </a:p>
        </p:txBody>
      </p:sp>
      <p:sp>
        <p:nvSpPr>
          <p:cNvPr id="5" name="Footer Placeholder 4">
            <a:extLst>
              <a:ext uri="{FF2B5EF4-FFF2-40B4-BE49-F238E27FC236}">
                <a16:creationId xmlns:a16="http://schemas.microsoft.com/office/drawing/2014/main" id="{5F108CEF-165F-4D7E-9666-5CD0156B497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E0EBC3D-3277-4D34-9F67-71040C21E3B3}"/>
              </a:ext>
            </a:extLst>
          </p:cNvPr>
          <p:cNvSpPr>
            <a:spLocks noGrp="1"/>
          </p:cNvSpPr>
          <p:nvPr>
            <p:ph type="sldNum" sz="quarter" idx="12"/>
          </p:nvPr>
        </p:nvSpPr>
        <p:spPr/>
        <p:txBody>
          <a:bodyPr/>
          <a:lstStyle/>
          <a:p>
            <a:fld id="{70C12960-6E85-460F-B6E3-5B82CB31AF3D}" type="slidenum">
              <a:rPr lang="en-US" smtClean="0"/>
              <a:t>‹N°›</a:t>
            </a:fld>
            <a:endParaRPr lang="en-US"/>
          </a:p>
        </p:txBody>
      </p:sp>
      <p:cxnSp>
        <p:nvCxnSpPr>
          <p:cNvPr id="7" name="Straight Connector 6">
            <a:extLst>
              <a:ext uri="{FF2B5EF4-FFF2-40B4-BE49-F238E27FC236}">
                <a16:creationId xmlns:a16="http://schemas.microsoft.com/office/drawing/2014/main" id="{FF05EAE5-4812-F718-6D75-9627884180BF}"/>
              </a:ext>
              <a:ext uri="{C183D7F6-B498-43B3-948B-1728B52AA6E4}">
                <adec:decorative xmlns:adec="http://schemas.microsoft.com/office/drawing/2017/decorative" val="1"/>
              </a:ext>
            </a:extLst>
          </p:cNvPr>
          <p:cNvCxnSpPr>
            <a:cxnSpLocks/>
          </p:cNvCxnSpPr>
          <p:nvPr/>
        </p:nvCxnSpPr>
        <p:spPr>
          <a:xfrm>
            <a:off x="716281" y="4715234"/>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37988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477A4-4D01-45B6-9563-0BF13BA72F7C}"/>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EE17E00-96AC-45F0-82B2-9F601E9B93C2}"/>
              </a:ext>
            </a:extLst>
          </p:cNvPr>
          <p:cNvSpPr>
            <a:spLocks noGrp="1"/>
          </p:cNvSpPr>
          <p:nvPr>
            <p:ph sz="half" idx="1"/>
          </p:nvPr>
        </p:nvSpPr>
        <p:spPr>
          <a:xfrm>
            <a:off x="640080" y="2633472"/>
            <a:ext cx="5212080" cy="3566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2BA30CD-95C0-427B-A571-A7D8A53278F4}"/>
              </a:ext>
            </a:extLst>
          </p:cNvPr>
          <p:cNvSpPr>
            <a:spLocks noGrp="1"/>
          </p:cNvSpPr>
          <p:nvPr>
            <p:ph sz="half" idx="2"/>
          </p:nvPr>
        </p:nvSpPr>
        <p:spPr>
          <a:xfrm>
            <a:off x="6318928" y="2633472"/>
            <a:ext cx="5212080" cy="3566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6F67CAC-53E4-44AF-BEAC-8FFB96F05A86}"/>
              </a:ext>
            </a:extLst>
          </p:cNvPr>
          <p:cNvSpPr>
            <a:spLocks noGrp="1"/>
          </p:cNvSpPr>
          <p:nvPr>
            <p:ph type="dt" sz="half" idx="10"/>
          </p:nvPr>
        </p:nvSpPr>
        <p:spPr/>
        <p:txBody>
          <a:bodyPr/>
          <a:lstStyle/>
          <a:p>
            <a:fld id="{E579ABC2-0180-4F3A-A895-A85BC724D472}" type="datetime1">
              <a:rPr lang="en-US" smtClean="0"/>
              <a:t>3/23/2025</a:t>
            </a:fld>
            <a:endParaRPr lang="en-US"/>
          </a:p>
        </p:txBody>
      </p:sp>
      <p:sp>
        <p:nvSpPr>
          <p:cNvPr id="6" name="Footer Placeholder 5">
            <a:extLst>
              <a:ext uri="{FF2B5EF4-FFF2-40B4-BE49-F238E27FC236}">
                <a16:creationId xmlns:a16="http://schemas.microsoft.com/office/drawing/2014/main" id="{083D9F3A-E7F0-45E7-AFA8-0D4A669EC16C}"/>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C5F008B-58BB-45FF-923F-5909DAB49D34}"/>
              </a:ext>
            </a:extLst>
          </p:cNvPr>
          <p:cNvSpPr>
            <a:spLocks noGrp="1"/>
          </p:cNvSpPr>
          <p:nvPr>
            <p:ph type="sldNum" sz="quarter" idx="12"/>
          </p:nvPr>
        </p:nvSpPr>
        <p:spPr/>
        <p:txBody>
          <a:bodyPr/>
          <a:lstStyle/>
          <a:p>
            <a:fld id="{70C12960-6E85-460F-B6E3-5B82CB31AF3D}" type="slidenum">
              <a:rPr lang="en-US" smtClean="0"/>
              <a:t>‹N°›</a:t>
            </a:fld>
            <a:endParaRPr lang="en-US"/>
          </a:p>
        </p:txBody>
      </p:sp>
    </p:spTree>
    <p:extLst>
      <p:ext uri="{BB962C8B-B14F-4D97-AF65-F5344CB8AC3E}">
        <p14:creationId xmlns:p14="http://schemas.microsoft.com/office/powerpoint/2010/main" val="19293467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97B549-9E51-42E0-992A-73E775957773}"/>
              </a:ext>
            </a:extLst>
          </p:cNvPr>
          <p:cNvSpPr>
            <a:spLocks noGrp="1"/>
          </p:cNvSpPr>
          <p:nvPr>
            <p:ph type="title"/>
          </p:nvPr>
        </p:nvSpPr>
        <p:spPr>
          <a:xfrm>
            <a:off x="640079" y="1371599"/>
            <a:ext cx="10890929" cy="939753"/>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C81A5FDC-7C4B-45FB-8462-E2CE79919F33}"/>
              </a:ext>
            </a:extLst>
          </p:cNvPr>
          <p:cNvSpPr>
            <a:spLocks noGrp="1"/>
          </p:cNvSpPr>
          <p:nvPr>
            <p:ph type="body" idx="1"/>
          </p:nvPr>
        </p:nvSpPr>
        <p:spPr>
          <a:xfrm>
            <a:off x="640079" y="2311352"/>
            <a:ext cx="5212080" cy="695373"/>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BD8B686-2E92-45B9-A3D7-9DCAA0C50B36}"/>
              </a:ext>
            </a:extLst>
          </p:cNvPr>
          <p:cNvSpPr>
            <a:spLocks noGrp="1"/>
          </p:cNvSpPr>
          <p:nvPr>
            <p:ph sz="half" idx="2"/>
          </p:nvPr>
        </p:nvSpPr>
        <p:spPr>
          <a:xfrm>
            <a:off x="640079" y="3006725"/>
            <a:ext cx="5212080" cy="31912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86ADB526-4A44-47B6-8D14-93202E590AA7}"/>
              </a:ext>
            </a:extLst>
          </p:cNvPr>
          <p:cNvSpPr>
            <a:spLocks noGrp="1"/>
          </p:cNvSpPr>
          <p:nvPr>
            <p:ph type="body" sz="quarter" idx="3"/>
          </p:nvPr>
        </p:nvSpPr>
        <p:spPr>
          <a:xfrm>
            <a:off x="6318928" y="2311352"/>
            <a:ext cx="5212080" cy="695373"/>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74177CA-5C13-4311-BFD3-B98FBD942DA5}"/>
              </a:ext>
            </a:extLst>
          </p:cNvPr>
          <p:cNvSpPr>
            <a:spLocks noGrp="1"/>
          </p:cNvSpPr>
          <p:nvPr>
            <p:ph sz="quarter" idx="4"/>
          </p:nvPr>
        </p:nvSpPr>
        <p:spPr>
          <a:xfrm>
            <a:off x="6318928" y="3006725"/>
            <a:ext cx="5212080" cy="31912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DEA255A-4CB5-40CA-B756-1AA5E27C20BF}"/>
              </a:ext>
            </a:extLst>
          </p:cNvPr>
          <p:cNvSpPr>
            <a:spLocks noGrp="1"/>
          </p:cNvSpPr>
          <p:nvPr>
            <p:ph type="dt" sz="half" idx="10"/>
          </p:nvPr>
        </p:nvSpPr>
        <p:spPr/>
        <p:txBody>
          <a:bodyPr/>
          <a:lstStyle/>
          <a:p>
            <a:fld id="{6AEEA9BA-4E8F-439E-BEA4-91FBA01E3F5F}" type="datetime1">
              <a:rPr lang="en-US" smtClean="0"/>
              <a:t>3/23/2025</a:t>
            </a:fld>
            <a:endParaRPr lang="en-US"/>
          </a:p>
        </p:txBody>
      </p:sp>
      <p:sp>
        <p:nvSpPr>
          <p:cNvPr id="8" name="Footer Placeholder 7">
            <a:extLst>
              <a:ext uri="{FF2B5EF4-FFF2-40B4-BE49-F238E27FC236}">
                <a16:creationId xmlns:a16="http://schemas.microsoft.com/office/drawing/2014/main" id="{FF3072C4-10F1-49B8-B0BF-69204EDDCFAE}"/>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4A5ACC97-44C1-4887-909B-E6732D3C1FFE}"/>
              </a:ext>
            </a:extLst>
          </p:cNvPr>
          <p:cNvSpPr>
            <a:spLocks noGrp="1"/>
          </p:cNvSpPr>
          <p:nvPr>
            <p:ph type="sldNum" sz="quarter" idx="12"/>
          </p:nvPr>
        </p:nvSpPr>
        <p:spPr/>
        <p:txBody>
          <a:bodyPr/>
          <a:lstStyle/>
          <a:p>
            <a:fld id="{70C12960-6E85-460F-B6E3-5B82CB31AF3D}" type="slidenum">
              <a:rPr lang="en-US" smtClean="0"/>
              <a:t>‹N°›</a:t>
            </a:fld>
            <a:endParaRPr lang="en-US"/>
          </a:p>
        </p:txBody>
      </p:sp>
    </p:spTree>
    <p:extLst>
      <p:ext uri="{BB962C8B-B14F-4D97-AF65-F5344CB8AC3E}">
        <p14:creationId xmlns:p14="http://schemas.microsoft.com/office/powerpoint/2010/main" val="32016794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7D313-943A-47E0-8A7A-DFFBCC297AB7}"/>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23AC25A7-81C8-4AA1-AD9F-C78A451FDE2E}"/>
              </a:ext>
            </a:extLst>
          </p:cNvPr>
          <p:cNvSpPr>
            <a:spLocks noGrp="1"/>
          </p:cNvSpPr>
          <p:nvPr>
            <p:ph type="dt" sz="half" idx="10"/>
          </p:nvPr>
        </p:nvSpPr>
        <p:spPr/>
        <p:txBody>
          <a:bodyPr/>
          <a:lstStyle/>
          <a:p>
            <a:fld id="{BE15BF18-0007-481C-AA29-413124BC3EE7}" type="datetime1">
              <a:rPr lang="en-US" smtClean="0"/>
              <a:t>3/23/2025</a:t>
            </a:fld>
            <a:endParaRPr lang="en-US"/>
          </a:p>
        </p:txBody>
      </p:sp>
      <p:sp>
        <p:nvSpPr>
          <p:cNvPr id="4" name="Footer Placeholder 3">
            <a:extLst>
              <a:ext uri="{FF2B5EF4-FFF2-40B4-BE49-F238E27FC236}">
                <a16:creationId xmlns:a16="http://schemas.microsoft.com/office/drawing/2014/main" id="{6EF54740-6022-46B2-9C55-B60E9651684F}"/>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089497C9-6B5E-46D6-8FE9-0A5E0CF7F95B}"/>
              </a:ext>
            </a:extLst>
          </p:cNvPr>
          <p:cNvSpPr>
            <a:spLocks noGrp="1"/>
          </p:cNvSpPr>
          <p:nvPr>
            <p:ph type="sldNum" sz="quarter" idx="12"/>
          </p:nvPr>
        </p:nvSpPr>
        <p:spPr/>
        <p:txBody>
          <a:bodyPr/>
          <a:lstStyle/>
          <a:p>
            <a:fld id="{70C12960-6E85-460F-B6E3-5B82CB31AF3D}" type="slidenum">
              <a:rPr lang="en-US" smtClean="0"/>
              <a:t>‹N°›</a:t>
            </a:fld>
            <a:endParaRPr lang="en-US"/>
          </a:p>
        </p:txBody>
      </p:sp>
    </p:spTree>
    <p:extLst>
      <p:ext uri="{BB962C8B-B14F-4D97-AF65-F5344CB8AC3E}">
        <p14:creationId xmlns:p14="http://schemas.microsoft.com/office/powerpoint/2010/main" val="3315796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useBgFill="1">
        <p:nvSpPr>
          <p:cNvPr id="5" name="Rectangle 4">
            <a:extLst>
              <a:ext uri="{FF2B5EF4-FFF2-40B4-BE49-F238E27FC236}">
                <a16:creationId xmlns:a16="http://schemas.microsoft.com/office/drawing/2014/main" id="{149F9F0F-FB8C-5565-247C-BDCC156B5CAF}"/>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92740D3C-270A-401A-810C-2F86BBBB87D4}"/>
              </a:ext>
            </a:extLst>
          </p:cNvPr>
          <p:cNvSpPr>
            <a:spLocks noGrp="1"/>
          </p:cNvSpPr>
          <p:nvPr>
            <p:ph type="dt" sz="half" idx="10"/>
          </p:nvPr>
        </p:nvSpPr>
        <p:spPr/>
        <p:txBody>
          <a:bodyPr/>
          <a:lstStyle/>
          <a:p>
            <a:fld id="{09BE9870-3748-43AD-B547-02A075CB4A1D}" type="datetime1">
              <a:rPr lang="en-US" smtClean="0"/>
              <a:t>3/23/2025</a:t>
            </a:fld>
            <a:endParaRPr lang="en-US"/>
          </a:p>
        </p:txBody>
      </p:sp>
      <p:sp>
        <p:nvSpPr>
          <p:cNvPr id="3" name="Footer Placeholder 2">
            <a:extLst>
              <a:ext uri="{FF2B5EF4-FFF2-40B4-BE49-F238E27FC236}">
                <a16:creationId xmlns:a16="http://schemas.microsoft.com/office/drawing/2014/main" id="{DDCBE9F8-1765-4F36-A4DE-1DB136025AC9}"/>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7790CF9E-A6C6-4873-ADBE-7A2939319E58}"/>
              </a:ext>
            </a:extLst>
          </p:cNvPr>
          <p:cNvSpPr>
            <a:spLocks noGrp="1"/>
          </p:cNvSpPr>
          <p:nvPr>
            <p:ph type="sldNum" sz="quarter" idx="12"/>
          </p:nvPr>
        </p:nvSpPr>
        <p:spPr/>
        <p:txBody>
          <a:bodyPr/>
          <a:lstStyle/>
          <a:p>
            <a:fld id="{70C12960-6E85-460F-B6E3-5B82CB31AF3D}" type="slidenum">
              <a:rPr lang="en-US" smtClean="0"/>
              <a:t>‹N°›</a:t>
            </a:fld>
            <a:endParaRPr lang="en-US"/>
          </a:p>
        </p:txBody>
      </p:sp>
    </p:spTree>
    <p:extLst>
      <p:ext uri="{BB962C8B-B14F-4D97-AF65-F5344CB8AC3E}">
        <p14:creationId xmlns:p14="http://schemas.microsoft.com/office/powerpoint/2010/main" val="20179061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8CDF8-00AD-4441-A6D5-9D7A659EB6C0}"/>
              </a:ext>
            </a:extLst>
          </p:cNvPr>
          <p:cNvSpPr>
            <a:spLocks noGrp="1"/>
          </p:cNvSpPr>
          <p:nvPr>
            <p:ph type="title"/>
          </p:nvPr>
        </p:nvSpPr>
        <p:spPr>
          <a:xfrm>
            <a:off x="640080" y="1371600"/>
            <a:ext cx="3859397" cy="1451723"/>
          </a:xfrm>
        </p:spPr>
        <p:txBody>
          <a:bodyPr anchor="t">
            <a:normAutofit/>
          </a:bodyPr>
          <a:lstStyle>
            <a:lvl1pPr>
              <a:defRPr sz="36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8C330AF-CB7E-420A-AE8A-E02E90325885}"/>
              </a:ext>
            </a:extLst>
          </p:cNvPr>
          <p:cNvSpPr>
            <a:spLocks noGrp="1"/>
          </p:cNvSpPr>
          <p:nvPr>
            <p:ph idx="1"/>
          </p:nvPr>
        </p:nvSpPr>
        <p:spPr>
          <a:xfrm>
            <a:off x="4936519" y="1031001"/>
            <a:ext cx="6594490" cy="516636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F43257AD-2422-4CDA-9C55-700F4B5BF251}"/>
              </a:ext>
            </a:extLst>
          </p:cNvPr>
          <p:cNvSpPr>
            <a:spLocks noGrp="1"/>
          </p:cNvSpPr>
          <p:nvPr>
            <p:ph type="body" sz="half" idx="2"/>
          </p:nvPr>
        </p:nvSpPr>
        <p:spPr>
          <a:xfrm>
            <a:off x="640080" y="2972168"/>
            <a:ext cx="3859397" cy="322682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51B7454-C1CC-46F2-A6FB-1FE786C48F49}"/>
              </a:ext>
            </a:extLst>
          </p:cNvPr>
          <p:cNvSpPr>
            <a:spLocks noGrp="1"/>
          </p:cNvSpPr>
          <p:nvPr>
            <p:ph type="dt" sz="half" idx="10"/>
          </p:nvPr>
        </p:nvSpPr>
        <p:spPr/>
        <p:txBody>
          <a:bodyPr/>
          <a:lstStyle/>
          <a:p>
            <a:fld id="{558E7897-33C5-4F1A-9307-D068E37F3DC7}" type="datetime1">
              <a:rPr lang="en-US" smtClean="0"/>
              <a:t>3/23/2025</a:t>
            </a:fld>
            <a:endParaRPr lang="en-US"/>
          </a:p>
        </p:txBody>
      </p:sp>
      <p:sp>
        <p:nvSpPr>
          <p:cNvPr id="6" name="Footer Placeholder 5">
            <a:extLst>
              <a:ext uri="{FF2B5EF4-FFF2-40B4-BE49-F238E27FC236}">
                <a16:creationId xmlns:a16="http://schemas.microsoft.com/office/drawing/2014/main" id="{49077DBE-6CC7-421B-AB5E-341E20BD922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FD6EAB8F-7526-4CDB-B782-FAD8B3E70B0A}"/>
              </a:ext>
            </a:extLst>
          </p:cNvPr>
          <p:cNvSpPr>
            <a:spLocks noGrp="1"/>
          </p:cNvSpPr>
          <p:nvPr>
            <p:ph type="sldNum" sz="quarter" idx="12"/>
          </p:nvPr>
        </p:nvSpPr>
        <p:spPr/>
        <p:txBody>
          <a:bodyPr/>
          <a:lstStyle/>
          <a:p>
            <a:fld id="{70C12960-6E85-460F-B6E3-5B82CB31AF3D}" type="slidenum">
              <a:rPr lang="en-US" smtClean="0"/>
              <a:t>‹N°›</a:t>
            </a:fld>
            <a:endParaRPr lang="en-US"/>
          </a:p>
        </p:txBody>
      </p:sp>
    </p:spTree>
    <p:extLst>
      <p:ext uri="{BB962C8B-B14F-4D97-AF65-F5344CB8AC3E}">
        <p14:creationId xmlns:p14="http://schemas.microsoft.com/office/powerpoint/2010/main" val="5783522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31647F-5A61-44C9-81DC-331C9AE5DDAE}"/>
              </a:ext>
            </a:extLst>
          </p:cNvPr>
          <p:cNvSpPr>
            <a:spLocks noGrp="1"/>
          </p:cNvSpPr>
          <p:nvPr>
            <p:ph type="title"/>
          </p:nvPr>
        </p:nvSpPr>
        <p:spPr>
          <a:xfrm>
            <a:off x="640080" y="1371600"/>
            <a:ext cx="3859397" cy="1451723"/>
          </a:xfrm>
        </p:spPr>
        <p:txBody>
          <a:bodyPr anchor="t">
            <a:normAutofit/>
          </a:bodyPr>
          <a:lstStyle>
            <a:lvl1pPr>
              <a:defRPr sz="36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1627A0F-F1B8-49BE-A0FF-7FE16E3BDCC1}"/>
              </a:ext>
            </a:extLst>
          </p:cNvPr>
          <p:cNvSpPr>
            <a:spLocks noGrp="1"/>
          </p:cNvSpPr>
          <p:nvPr>
            <p:ph type="pic" idx="1"/>
          </p:nvPr>
        </p:nvSpPr>
        <p:spPr>
          <a:xfrm>
            <a:off x="4937760" y="1033271"/>
            <a:ext cx="6592824" cy="516636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C86D1BD6-1519-4431-9FAF-7D4F4129972C}"/>
              </a:ext>
            </a:extLst>
          </p:cNvPr>
          <p:cNvSpPr>
            <a:spLocks noGrp="1"/>
          </p:cNvSpPr>
          <p:nvPr>
            <p:ph type="body" sz="half" idx="2"/>
          </p:nvPr>
        </p:nvSpPr>
        <p:spPr>
          <a:xfrm>
            <a:off x="640080" y="2972167"/>
            <a:ext cx="3859397" cy="32268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5A587A0-353B-42C2-BA96-B1ADEDF642BE}"/>
              </a:ext>
            </a:extLst>
          </p:cNvPr>
          <p:cNvSpPr>
            <a:spLocks noGrp="1"/>
          </p:cNvSpPr>
          <p:nvPr>
            <p:ph type="dt" sz="half" idx="10"/>
          </p:nvPr>
        </p:nvSpPr>
        <p:spPr/>
        <p:txBody>
          <a:bodyPr/>
          <a:lstStyle/>
          <a:p>
            <a:fld id="{82E171BA-CC09-47C8-A6DF-F5C5CB59CEEC}" type="datetime1">
              <a:rPr lang="en-US" smtClean="0"/>
              <a:t>3/23/2025</a:t>
            </a:fld>
            <a:endParaRPr lang="en-US"/>
          </a:p>
        </p:txBody>
      </p:sp>
      <p:sp>
        <p:nvSpPr>
          <p:cNvPr id="6" name="Footer Placeholder 5">
            <a:extLst>
              <a:ext uri="{FF2B5EF4-FFF2-40B4-BE49-F238E27FC236}">
                <a16:creationId xmlns:a16="http://schemas.microsoft.com/office/drawing/2014/main" id="{44D5A88E-3957-4B76-B1BE-4164029217B5}"/>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5F7C5FD-E56A-4C66-8F23-087F95A2FD0E}"/>
              </a:ext>
            </a:extLst>
          </p:cNvPr>
          <p:cNvSpPr>
            <a:spLocks noGrp="1"/>
          </p:cNvSpPr>
          <p:nvPr>
            <p:ph type="sldNum" sz="quarter" idx="12"/>
          </p:nvPr>
        </p:nvSpPr>
        <p:spPr/>
        <p:txBody>
          <a:bodyPr/>
          <a:lstStyle/>
          <a:p>
            <a:fld id="{70C12960-6E85-460F-B6E3-5B82CB31AF3D}" type="slidenum">
              <a:rPr lang="en-US" smtClean="0"/>
              <a:t>‹N°›</a:t>
            </a:fld>
            <a:endParaRPr lang="en-US"/>
          </a:p>
        </p:txBody>
      </p:sp>
    </p:spTree>
    <p:extLst>
      <p:ext uri="{BB962C8B-B14F-4D97-AF65-F5344CB8AC3E}">
        <p14:creationId xmlns:p14="http://schemas.microsoft.com/office/powerpoint/2010/main" val="7427599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E4BB7-3F30-4C31-9BB2-8EC24FC0A1D6}"/>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1ECF4134-70F5-4EE6-88BE-49D129630CD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19EABC7-C044-44DE-B303-55A0581DA1E8}"/>
              </a:ext>
            </a:extLst>
          </p:cNvPr>
          <p:cNvSpPr>
            <a:spLocks noGrp="1"/>
          </p:cNvSpPr>
          <p:nvPr>
            <p:ph type="dt" sz="half" idx="10"/>
          </p:nvPr>
        </p:nvSpPr>
        <p:spPr/>
        <p:txBody>
          <a:bodyPr/>
          <a:lstStyle/>
          <a:p>
            <a:fld id="{C07B66AD-7C08-490A-ADA4-B47E10FB2407}" type="datetime1">
              <a:rPr lang="en-US" smtClean="0"/>
              <a:t>3/23/2025</a:t>
            </a:fld>
            <a:endParaRPr lang="en-US"/>
          </a:p>
        </p:txBody>
      </p:sp>
      <p:sp>
        <p:nvSpPr>
          <p:cNvPr id="5" name="Footer Placeholder 4">
            <a:extLst>
              <a:ext uri="{FF2B5EF4-FFF2-40B4-BE49-F238E27FC236}">
                <a16:creationId xmlns:a16="http://schemas.microsoft.com/office/drawing/2014/main" id="{4D4A63E1-5BC5-402E-9916-BAB84BCF0BB2}"/>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A2EF915-AF64-4ECC-8B1A-B7E6A89B7917}"/>
              </a:ext>
            </a:extLst>
          </p:cNvPr>
          <p:cNvSpPr>
            <a:spLocks noGrp="1"/>
          </p:cNvSpPr>
          <p:nvPr>
            <p:ph type="sldNum" sz="quarter" idx="12"/>
          </p:nvPr>
        </p:nvSpPr>
        <p:spPr/>
        <p:txBody>
          <a:bodyPr/>
          <a:lstStyle/>
          <a:p>
            <a:fld id="{70C12960-6E85-460F-B6E3-5B82CB31AF3D}" type="slidenum">
              <a:rPr lang="en-US" smtClean="0"/>
              <a:t>‹N°›</a:t>
            </a:fld>
            <a:endParaRPr lang="en-US"/>
          </a:p>
        </p:txBody>
      </p:sp>
    </p:spTree>
    <p:extLst>
      <p:ext uri="{BB962C8B-B14F-4D97-AF65-F5344CB8AC3E}">
        <p14:creationId xmlns:p14="http://schemas.microsoft.com/office/powerpoint/2010/main" val="23596107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1CB3635-47E1-90D8-B693-DA85A66B3831}"/>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Vertical Title 1">
            <a:extLst>
              <a:ext uri="{FF2B5EF4-FFF2-40B4-BE49-F238E27FC236}">
                <a16:creationId xmlns:a16="http://schemas.microsoft.com/office/drawing/2014/main" id="{6EB09414-2AA1-4D8E-A00A-C092FBC92D91}"/>
              </a:ext>
            </a:extLst>
          </p:cNvPr>
          <p:cNvSpPr>
            <a:spLocks noGrp="1"/>
          </p:cNvSpPr>
          <p:nvPr>
            <p:ph type="title" orient="vert"/>
          </p:nvPr>
        </p:nvSpPr>
        <p:spPr>
          <a:xfrm>
            <a:off x="9209219" y="640079"/>
            <a:ext cx="1811773" cy="5536884"/>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D42C3A78-37C5-46D0-9DF4-CB78AF883C2C}"/>
              </a:ext>
            </a:extLst>
          </p:cNvPr>
          <p:cNvSpPr>
            <a:spLocks noGrp="1"/>
          </p:cNvSpPr>
          <p:nvPr>
            <p:ph type="body" orient="vert" idx="1"/>
          </p:nvPr>
        </p:nvSpPr>
        <p:spPr>
          <a:xfrm>
            <a:off x="640080" y="640080"/>
            <a:ext cx="8412422" cy="553688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9D8705E-925D-4F57-8268-107CE3CF4C45}"/>
              </a:ext>
            </a:extLst>
          </p:cNvPr>
          <p:cNvSpPr>
            <a:spLocks noGrp="1"/>
          </p:cNvSpPr>
          <p:nvPr>
            <p:ph type="dt" sz="half" idx="10"/>
          </p:nvPr>
        </p:nvSpPr>
        <p:spPr/>
        <p:txBody>
          <a:bodyPr/>
          <a:lstStyle/>
          <a:p>
            <a:fld id="{05B95027-4255-49E7-9841-CD21BCC99996}" type="datetime1">
              <a:rPr lang="en-US" smtClean="0"/>
              <a:t>3/23/2025</a:t>
            </a:fld>
            <a:endParaRPr lang="en-US"/>
          </a:p>
        </p:txBody>
      </p:sp>
      <p:sp>
        <p:nvSpPr>
          <p:cNvPr id="5" name="Footer Placeholder 4">
            <a:extLst>
              <a:ext uri="{FF2B5EF4-FFF2-40B4-BE49-F238E27FC236}">
                <a16:creationId xmlns:a16="http://schemas.microsoft.com/office/drawing/2014/main" id="{50FE207E-070D-4EC8-A44C-21F1815FDAA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15D01D1-C266-4161-A820-C084B980131C}"/>
              </a:ext>
            </a:extLst>
          </p:cNvPr>
          <p:cNvSpPr>
            <a:spLocks noGrp="1"/>
          </p:cNvSpPr>
          <p:nvPr>
            <p:ph type="sldNum" sz="quarter" idx="12"/>
          </p:nvPr>
        </p:nvSpPr>
        <p:spPr/>
        <p:txBody>
          <a:bodyPr/>
          <a:lstStyle/>
          <a:p>
            <a:fld id="{70C12960-6E85-460F-B6E3-5B82CB31AF3D}" type="slidenum">
              <a:rPr lang="en-US" smtClean="0"/>
              <a:t>‹N°›</a:t>
            </a:fld>
            <a:endParaRPr lang="en-US"/>
          </a:p>
        </p:txBody>
      </p:sp>
      <p:cxnSp>
        <p:nvCxnSpPr>
          <p:cNvPr id="7" name="Straight Connector 6">
            <a:extLst>
              <a:ext uri="{FF2B5EF4-FFF2-40B4-BE49-F238E27FC236}">
                <a16:creationId xmlns:a16="http://schemas.microsoft.com/office/drawing/2014/main" id="{3230604F-219C-2DEE-830E-27274CC2FE19}"/>
              </a:ext>
              <a:ext uri="{C183D7F6-B498-43B3-948B-1728B52AA6E4}">
                <adec:decorative xmlns:adec="http://schemas.microsoft.com/office/drawing/2017/decorative" val="1"/>
              </a:ext>
            </a:extLst>
          </p:cNvPr>
          <p:cNvCxnSpPr>
            <a:cxnSpLocks/>
          </p:cNvCxnSpPr>
          <p:nvPr/>
        </p:nvCxnSpPr>
        <p:spPr>
          <a:xfrm rot="5400000">
            <a:off x="10872154" y="1192438"/>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537922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AB4E786-7636-4278-8595-D365D28A796A}"/>
              </a:ext>
            </a:extLst>
          </p:cNvPr>
          <p:cNvSpPr>
            <a:spLocks noGrp="1"/>
          </p:cNvSpPr>
          <p:nvPr>
            <p:ph type="title"/>
          </p:nvPr>
        </p:nvSpPr>
        <p:spPr>
          <a:xfrm>
            <a:off x="640079" y="1371601"/>
            <a:ext cx="10890929" cy="109728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EA740849-7059-4C70-992B-5304D2EE9BAB}"/>
              </a:ext>
            </a:extLst>
          </p:cNvPr>
          <p:cNvSpPr>
            <a:spLocks noGrp="1"/>
          </p:cNvSpPr>
          <p:nvPr>
            <p:ph type="body" idx="1"/>
          </p:nvPr>
        </p:nvSpPr>
        <p:spPr>
          <a:xfrm>
            <a:off x="640080" y="2633472"/>
            <a:ext cx="10890928" cy="356616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D09FEBF6-CEA6-4332-87B3-697807571C84}"/>
              </a:ext>
            </a:extLst>
          </p:cNvPr>
          <p:cNvSpPr>
            <a:spLocks noGrp="1"/>
          </p:cNvSpPr>
          <p:nvPr>
            <p:ph type="dt" sz="half" idx="2"/>
          </p:nvPr>
        </p:nvSpPr>
        <p:spPr>
          <a:xfrm>
            <a:off x="640080" y="6356350"/>
            <a:ext cx="2743200" cy="365125"/>
          </a:xfrm>
          <a:prstGeom prst="rect">
            <a:avLst/>
          </a:prstGeom>
        </p:spPr>
        <p:txBody>
          <a:bodyPr vert="horz" lIns="91440" tIns="45720" rIns="91440" bIns="45720" rtlCol="0" anchor="ctr"/>
          <a:lstStyle>
            <a:lvl1pPr algn="l">
              <a:defRPr sz="900" b="1" cap="all" spc="300" baseline="0">
                <a:solidFill>
                  <a:schemeClr val="tx1"/>
                </a:solidFill>
              </a:defRPr>
            </a:lvl1pPr>
          </a:lstStyle>
          <a:p>
            <a:fld id="{7DA38F49-B3E2-4BF0-BEC7-C30D34ABBB8D}" type="datetime1">
              <a:rPr lang="en-US" smtClean="0"/>
              <a:t>3/23/2025</a:t>
            </a:fld>
            <a:endParaRPr lang="en-US"/>
          </a:p>
        </p:txBody>
      </p:sp>
      <p:sp>
        <p:nvSpPr>
          <p:cNvPr id="5" name="Footer Placeholder 4">
            <a:extLst>
              <a:ext uri="{FF2B5EF4-FFF2-40B4-BE49-F238E27FC236}">
                <a16:creationId xmlns:a16="http://schemas.microsoft.com/office/drawing/2014/main" id="{BC6BAF94-621C-43E1-BA0C-410A6899031B}"/>
              </a:ext>
            </a:extLst>
          </p:cNvPr>
          <p:cNvSpPr>
            <a:spLocks noGrp="1"/>
          </p:cNvSpPr>
          <p:nvPr>
            <p:ph type="ftr" sz="quarter" idx="3"/>
          </p:nvPr>
        </p:nvSpPr>
        <p:spPr>
          <a:xfrm>
            <a:off x="6767622" y="6356350"/>
            <a:ext cx="4040373" cy="365125"/>
          </a:xfrm>
          <a:prstGeom prst="rect">
            <a:avLst/>
          </a:prstGeom>
        </p:spPr>
        <p:txBody>
          <a:bodyPr vert="horz" lIns="91440" tIns="45720" rIns="91440" bIns="45720" rtlCol="0" anchor="ctr"/>
          <a:lstStyle>
            <a:lvl1pPr algn="r">
              <a:defRPr sz="900" b="1" cap="all" spc="300" baseline="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137D19E5-9E16-48C9-AAE2-0C70679A8D7B}"/>
              </a:ext>
            </a:extLst>
          </p:cNvPr>
          <p:cNvSpPr>
            <a:spLocks noGrp="1"/>
          </p:cNvSpPr>
          <p:nvPr>
            <p:ph type="sldNum" sz="quarter" idx="4"/>
          </p:nvPr>
        </p:nvSpPr>
        <p:spPr>
          <a:xfrm>
            <a:off x="10807995" y="6356350"/>
            <a:ext cx="723014" cy="365125"/>
          </a:xfrm>
          <a:prstGeom prst="rect">
            <a:avLst/>
          </a:prstGeom>
        </p:spPr>
        <p:txBody>
          <a:bodyPr vert="horz" lIns="91440" tIns="45720" rIns="91440" bIns="45720" rtlCol="0" anchor="ctr"/>
          <a:lstStyle>
            <a:lvl1pPr algn="r">
              <a:defRPr sz="900" b="1" cap="all" spc="300" baseline="0">
                <a:solidFill>
                  <a:schemeClr val="tx1"/>
                </a:solidFill>
              </a:defRPr>
            </a:lvl1pPr>
          </a:lstStyle>
          <a:p>
            <a:fld id="{70C12960-6E85-460F-B6E3-5B82CB31AF3D}" type="slidenum">
              <a:rPr lang="en-US" smtClean="0"/>
              <a:t>‹N°›</a:t>
            </a:fld>
            <a:endParaRPr lang="en-US"/>
          </a:p>
        </p:txBody>
      </p:sp>
      <p:cxnSp>
        <p:nvCxnSpPr>
          <p:cNvPr id="9" name="Straight Connector 8">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p:cNvCxnSpPr>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3130649"/>
      </p:ext>
    </p:extLst>
  </p:cSld>
  <p:clrMap bg1="lt1" tx1="dk1" bg2="lt2" tx2="dk2" accent1="accent1" accent2="accent2" accent3="accent3" accent4="accent4" accent5="accent5" accent6="accent6" hlink="hlink" folHlink="folHlink"/>
  <p:sldLayoutIdLst>
    <p:sldLayoutId id="2147483681" r:id="rId1"/>
    <p:sldLayoutId id="2147483682" r:id="rId2"/>
    <p:sldLayoutId id="2147483683" r:id="rId3"/>
    <p:sldLayoutId id="2147483684" r:id="rId4"/>
    <p:sldLayoutId id="2147483685" r:id="rId5"/>
    <p:sldLayoutId id="2147483679" r:id="rId6"/>
    <p:sldLayoutId id="2147483675" r:id="rId7"/>
    <p:sldLayoutId id="2147483676" r:id="rId8"/>
    <p:sldLayoutId id="2147483677" r:id="rId9"/>
    <p:sldLayoutId id="2147483678" r:id="rId10"/>
    <p:sldLayoutId id="2147483680" r:id="rId11"/>
  </p:sldLayoutIdLst>
  <p:hf sldNum="0" hdr="0" ftr="0" dt="0"/>
  <p:txStyles>
    <p:titleStyle>
      <a:lvl1pPr algn="l" defTabSz="914400" rtl="0" eaLnBrk="1" latinLnBrk="0" hangingPunct="1">
        <a:lnSpc>
          <a:spcPct val="100000"/>
        </a:lnSpc>
        <a:spcBef>
          <a:spcPct val="0"/>
        </a:spcBef>
        <a:buNone/>
        <a:defRPr sz="40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87000"/>
        <a:buFont typeface="Arial" panose="020B0604020202020204" pitchFamily="34" charset="0"/>
        <a:buChar char="•"/>
        <a:defRPr sz="2000" kern="1200">
          <a:solidFill>
            <a:schemeClr val="tx1"/>
          </a:solidFill>
          <a:latin typeface="+mn-lt"/>
          <a:ea typeface="+mn-ea"/>
          <a:cs typeface="+mn-cs"/>
        </a:defRPr>
      </a:lvl1pPr>
      <a:lvl2pPr marL="493776" indent="-228600" algn="l" defTabSz="914400" rtl="0" eaLnBrk="1" latinLnBrk="0" hangingPunct="1">
        <a:lnSpc>
          <a:spcPct val="120000"/>
        </a:lnSpc>
        <a:spcBef>
          <a:spcPts val="500"/>
        </a:spcBef>
        <a:buSzPct val="87000"/>
        <a:buFont typeface="Arial" panose="020B0604020202020204" pitchFamily="34" charset="0"/>
        <a:buChar char="•"/>
        <a:defRPr sz="1800" kern="1200">
          <a:solidFill>
            <a:schemeClr val="tx1"/>
          </a:solidFill>
          <a:latin typeface="+mn-lt"/>
          <a:ea typeface="+mn-ea"/>
          <a:cs typeface="+mn-cs"/>
        </a:defRPr>
      </a:lvl2pPr>
      <a:lvl3pPr marL="731520" indent="-228600" algn="l" defTabSz="914400" rtl="0" eaLnBrk="1" latinLnBrk="0" hangingPunct="1">
        <a:lnSpc>
          <a:spcPct val="120000"/>
        </a:lnSpc>
        <a:spcBef>
          <a:spcPts val="500"/>
        </a:spcBef>
        <a:buSzPct val="87000"/>
        <a:buFont typeface="Arial" panose="020B0604020202020204" pitchFamily="34" charset="0"/>
        <a:buChar char="•"/>
        <a:defRPr sz="1600" kern="1200">
          <a:solidFill>
            <a:schemeClr val="tx1"/>
          </a:solidFill>
          <a:latin typeface="+mn-lt"/>
          <a:ea typeface="+mn-ea"/>
          <a:cs typeface="+mn-cs"/>
        </a:defRPr>
      </a:lvl3pPr>
      <a:lvl4pPr marL="1051560" indent="-28575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4pPr>
      <a:lvl5pPr marL="1298448" indent="-22860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19F9BF86-FE94-4517-B97D-026C7515E5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3" descr="Une rafale de bleu et de rose">
            <a:extLst>
              <a:ext uri="{FF2B5EF4-FFF2-40B4-BE49-F238E27FC236}">
                <a16:creationId xmlns:a16="http://schemas.microsoft.com/office/drawing/2014/main" id="{A8F38E63-F2F8-89DD-D74D-A3E3908177AF}"/>
              </a:ext>
            </a:extLst>
          </p:cNvPr>
          <p:cNvPicPr>
            <a:picLocks noChangeAspect="1"/>
          </p:cNvPicPr>
          <p:nvPr/>
        </p:nvPicPr>
        <p:blipFill>
          <a:blip r:embed="rId2"/>
          <a:srcRect/>
          <a:stretch/>
        </p:blipFill>
        <p:spPr>
          <a:xfrm>
            <a:off x="1" y="10"/>
            <a:ext cx="12192000" cy="6857990"/>
          </a:xfrm>
          <a:prstGeom prst="rect">
            <a:avLst/>
          </a:prstGeom>
        </p:spPr>
      </p:pic>
      <p:sp useBgFill="1">
        <p:nvSpPr>
          <p:cNvPr id="17" name="Rectangle 16">
            <a:extLst>
              <a:ext uri="{FF2B5EF4-FFF2-40B4-BE49-F238E27FC236}">
                <a16:creationId xmlns:a16="http://schemas.microsoft.com/office/drawing/2014/main" id="{D30DD7D3-2712-4491-B2C2-5FC23330C7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3569" y="1066800"/>
            <a:ext cx="5128322" cy="47244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2C2DC768-770F-9277-C3C6-6C723B2AE6B3}"/>
              </a:ext>
            </a:extLst>
          </p:cNvPr>
          <p:cNvSpPr>
            <a:spLocks noGrp="1"/>
          </p:cNvSpPr>
          <p:nvPr>
            <p:ph type="ctrTitle"/>
          </p:nvPr>
        </p:nvSpPr>
        <p:spPr>
          <a:xfrm>
            <a:off x="898737" y="1562101"/>
            <a:ext cx="4359744" cy="2738530"/>
          </a:xfrm>
        </p:spPr>
        <p:txBody>
          <a:bodyPr anchor="t">
            <a:normAutofit/>
          </a:bodyPr>
          <a:lstStyle/>
          <a:p>
            <a:r>
              <a:rPr lang="fr-FR" dirty="0" err="1"/>
              <a:t>MLOps</a:t>
            </a:r>
            <a:br>
              <a:rPr lang="fr-FR" dirty="0"/>
            </a:br>
            <a:endParaRPr lang="fr-FR" dirty="0"/>
          </a:p>
        </p:txBody>
      </p:sp>
      <p:sp>
        <p:nvSpPr>
          <p:cNvPr id="3" name="Sous-titre 2">
            <a:extLst>
              <a:ext uri="{FF2B5EF4-FFF2-40B4-BE49-F238E27FC236}">
                <a16:creationId xmlns:a16="http://schemas.microsoft.com/office/drawing/2014/main" id="{4A25E551-0C39-E608-0D9E-F5B7F817F1C7}"/>
              </a:ext>
            </a:extLst>
          </p:cNvPr>
          <p:cNvSpPr>
            <a:spLocks noGrp="1"/>
          </p:cNvSpPr>
          <p:nvPr>
            <p:ph type="subTitle" idx="1"/>
          </p:nvPr>
        </p:nvSpPr>
        <p:spPr>
          <a:xfrm>
            <a:off x="900273" y="4300631"/>
            <a:ext cx="4358208" cy="933760"/>
          </a:xfrm>
        </p:spPr>
        <p:txBody>
          <a:bodyPr>
            <a:normAutofit fontScale="62500" lnSpcReduction="20000"/>
          </a:bodyPr>
          <a:lstStyle/>
          <a:p>
            <a:r>
              <a:rPr lang="en-US" sz="1800" spc="586" dirty="0">
                <a:latin typeface="Daytona" panose="020F0502020204030204" pitchFamily="34" charset="0"/>
                <a:ea typeface="Lato"/>
                <a:cs typeface="Lato"/>
                <a:sym typeface="Lato"/>
              </a:rPr>
              <a:t>SANOGO_FANTA, </a:t>
            </a:r>
            <a:r>
              <a:rPr lang="en-US" sz="1800" spc="586" dirty="0" err="1">
                <a:latin typeface="Daytona" panose="020F0502020204030204" pitchFamily="34" charset="0"/>
                <a:ea typeface="Lato"/>
                <a:cs typeface="Lato"/>
                <a:sym typeface="Lato"/>
              </a:rPr>
              <a:t>ATJI_Cheick</a:t>
            </a:r>
            <a:r>
              <a:rPr lang="en-US" sz="1800" spc="586" dirty="0">
                <a:latin typeface="Daytona" panose="020F0502020204030204" pitchFamily="34" charset="0"/>
                <a:ea typeface="Lato"/>
                <a:cs typeface="Lato"/>
                <a:sym typeface="Lato"/>
              </a:rPr>
              <a:t>, </a:t>
            </a:r>
            <a:r>
              <a:rPr lang="en-US" sz="1800" spc="586" dirty="0" err="1">
                <a:latin typeface="Daytona" panose="020F0502020204030204" pitchFamily="34" charset="0"/>
                <a:ea typeface="Lato"/>
                <a:cs typeface="Lato"/>
                <a:sym typeface="Lato"/>
              </a:rPr>
              <a:t>WABO_Robin</a:t>
            </a:r>
            <a:r>
              <a:rPr lang="en-US" spc="586" dirty="0">
                <a:latin typeface="Daytona" panose="020F0502020204030204" pitchFamily="34" charset="0"/>
                <a:ea typeface="Lato"/>
                <a:cs typeface="Lato"/>
                <a:sym typeface="Lato"/>
              </a:rPr>
              <a:t>,</a:t>
            </a:r>
            <a:r>
              <a:rPr lang="en-US" sz="1800" spc="586" dirty="0">
                <a:latin typeface="Daytona" panose="020F0502020204030204" pitchFamily="34" charset="0"/>
                <a:ea typeface="Lato"/>
                <a:cs typeface="Lato"/>
                <a:sym typeface="Lato"/>
              </a:rPr>
              <a:t> </a:t>
            </a:r>
            <a:r>
              <a:rPr lang="en-US" sz="1800" spc="586" dirty="0" err="1">
                <a:latin typeface="Daytona" panose="020F0502020204030204" pitchFamily="34" charset="0"/>
                <a:ea typeface="Lato"/>
                <a:cs typeface="Lato"/>
                <a:sym typeface="Lato"/>
              </a:rPr>
              <a:t>BENLARBI_Ilias</a:t>
            </a:r>
            <a:endParaRPr lang="en-US" sz="1800" spc="586" dirty="0">
              <a:latin typeface="Daytona" panose="020F0502020204030204" pitchFamily="34" charset="0"/>
              <a:ea typeface="Lato"/>
              <a:cs typeface="Lato"/>
              <a:sym typeface="Lato"/>
            </a:endParaRPr>
          </a:p>
        </p:txBody>
      </p:sp>
      <p:cxnSp>
        <p:nvCxnSpPr>
          <p:cNvPr id="18" name="Straight Connector 12">
            <a:extLst>
              <a:ext uri="{FF2B5EF4-FFF2-40B4-BE49-F238E27FC236}">
                <a16:creationId xmlns:a16="http://schemas.microsoft.com/office/drawing/2014/main" id="{FFD0734C-004D-4938-8EA0-2C3867A11A6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36937" y="5780876"/>
            <a:ext cx="5131168"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310805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D257A3D-DBEF-0960-1F09-87A17DD891BA}"/>
              </a:ext>
            </a:extLst>
          </p:cNvPr>
          <p:cNvSpPr>
            <a:spLocks noGrp="1"/>
          </p:cNvSpPr>
          <p:nvPr>
            <p:ph type="title"/>
          </p:nvPr>
        </p:nvSpPr>
        <p:spPr/>
        <p:txBody>
          <a:bodyPr>
            <a:normAutofit fontScale="90000"/>
          </a:bodyPr>
          <a:lstStyle/>
          <a:p>
            <a:r>
              <a:rPr lang="fr-FR" dirty="0"/>
              <a:t>SUJET : Loan Default </a:t>
            </a:r>
            <a:r>
              <a:rPr lang="fr-FR" dirty="0" err="1"/>
              <a:t>Prediction</a:t>
            </a:r>
            <a:br>
              <a:rPr lang="fr-FR" dirty="0"/>
            </a:br>
            <a:endParaRPr lang="fr-FR" dirty="0"/>
          </a:p>
        </p:txBody>
      </p:sp>
      <p:sp>
        <p:nvSpPr>
          <p:cNvPr id="3" name="Espace réservé du contenu 2">
            <a:extLst>
              <a:ext uri="{FF2B5EF4-FFF2-40B4-BE49-F238E27FC236}">
                <a16:creationId xmlns:a16="http://schemas.microsoft.com/office/drawing/2014/main" id="{1A2F7F9E-3236-CF29-AB77-402C2F2F8E8A}"/>
              </a:ext>
            </a:extLst>
          </p:cNvPr>
          <p:cNvSpPr>
            <a:spLocks noGrp="1"/>
          </p:cNvSpPr>
          <p:nvPr>
            <p:ph idx="1"/>
          </p:nvPr>
        </p:nvSpPr>
        <p:spPr>
          <a:xfrm>
            <a:off x="640080" y="3160642"/>
            <a:ext cx="10890928" cy="3038989"/>
          </a:xfrm>
        </p:spPr>
        <p:txBody>
          <a:bodyPr>
            <a:normAutofit/>
          </a:bodyPr>
          <a:lstStyle/>
          <a:p>
            <a:pPr marL="0" indent="0">
              <a:buNone/>
            </a:pPr>
            <a:r>
              <a:rPr lang="fr-FR" dirty="0"/>
              <a:t>Objectif : L'équipe de risque analyse le portefeuille de prêts existants pour prévoir les défauts potentiels futurs et estimer la perte attendue. L'objectif principal est de construire un modèle prédictif qui estime la probabilité de défaut pour chaque client en fonction de ses caractéristiques. Des prédictions précises permettront à la banque d'allouer suffisamment de capital pour couvrir les pertes potentielles, maintenant ainsi la stabilité financière.</a:t>
            </a:r>
          </a:p>
          <a:p>
            <a:pPr marL="0" indent="0">
              <a:buNone/>
            </a:pPr>
            <a:endParaRPr lang="fr-FR" dirty="0"/>
          </a:p>
          <a:p>
            <a:pPr marL="0" indent="0">
              <a:buNone/>
            </a:pPr>
            <a:endParaRPr lang="fr-FR" dirty="0"/>
          </a:p>
          <a:p>
            <a:pPr marL="0" indent="0">
              <a:buNone/>
            </a:pPr>
            <a:endParaRPr lang="fr-FR" dirty="0"/>
          </a:p>
        </p:txBody>
      </p:sp>
      <p:grpSp>
        <p:nvGrpSpPr>
          <p:cNvPr id="4" name="Group 7">
            <a:extLst>
              <a:ext uri="{FF2B5EF4-FFF2-40B4-BE49-F238E27FC236}">
                <a16:creationId xmlns:a16="http://schemas.microsoft.com/office/drawing/2014/main" id="{1493BEFE-BA18-313B-A4A6-33A211899738}"/>
              </a:ext>
            </a:extLst>
          </p:cNvPr>
          <p:cNvGrpSpPr/>
          <p:nvPr/>
        </p:nvGrpSpPr>
        <p:grpSpPr>
          <a:xfrm>
            <a:off x="271670" y="205281"/>
            <a:ext cx="1767395" cy="666230"/>
            <a:chOff x="0" y="0"/>
            <a:chExt cx="5603084" cy="2112116"/>
          </a:xfrm>
        </p:grpSpPr>
        <p:sp>
          <p:nvSpPr>
            <p:cNvPr id="5" name="Freeform 8">
              <a:extLst>
                <a:ext uri="{FF2B5EF4-FFF2-40B4-BE49-F238E27FC236}">
                  <a16:creationId xmlns:a16="http://schemas.microsoft.com/office/drawing/2014/main" id="{7C32DC87-FF58-9A6E-10DA-47E932312991}"/>
                </a:ext>
              </a:extLst>
            </p:cNvPr>
            <p:cNvSpPr/>
            <p:nvPr/>
          </p:nvSpPr>
          <p:spPr>
            <a:xfrm>
              <a:off x="0" y="0"/>
              <a:ext cx="5603113" cy="2112137"/>
            </a:xfrm>
            <a:custGeom>
              <a:avLst/>
              <a:gdLst/>
              <a:ahLst/>
              <a:cxnLst/>
              <a:rect l="l" t="t" r="r" b="b"/>
              <a:pathLst>
                <a:path w="5603113" h="2112137">
                  <a:moveTo>
                    <a:pt x="0" y="0"/>
                  </a:moveTo>
                  <a:lnTo>
                    <a:pt x="5603113" y="0"/>
                  </a:lnTo>
                  <a:lnTo>
                    <a:pt x="5603113" y="2112137"/>
                  </a:lnTo>
                  <a:lnTo>
                    <a:pt x="0" y="2112137"/>
                  </a:lnTo>
                  <a:lnTo>
                    <a:pt x="0" y="0"/>
                  </a:lnTo>
                  <a:close/>
                </a:path>
              </a:pathLst>
            </a:custGeom>
            <a:blipFill>
              <a:blip r:embed="rId2"/>
              <a:stretch>
                <a:fillRect l="-53" r="-52"/>
              </a:stretch>
            </a:blipFill>
          </p:spPr>
          <p:txBody>
            <a:bodyPr/>
            <a:lstStyle/>
            <a:p>
              <a:endParaRPr lang="fr-FR"/>
            </a:p>
          </p:txBody>
        </p:sp>
      </p:grpSp>
    </p:spTree>
    <p:extLst>
      <p:ext uri="{BB962C8B-B14F-4D97-AF65-F5344CB8AC3E}">
        <p14:creationId xmlns:p14="http://schemas.microsoft.com/office/powerpoint/2010/main" val="31578436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D257A3D-DBEF-0960-1F09-87A17DD891BA}"/>
              </a:ext>
            </a:extLst>
          </p:cNvPr>
          <p:cNvSpPr>
            <a:spLocks noGrp="1"/>
          </p:cNvSpPr>
          <p:nvPr>
            <p:ph type="title"/>
          </p:nvPr>
        </p:nvSpPr>
        <p:spPr>
          <a:xfrm>
            <a:off x="2680915" y="325250"/>
            <a:ext cx="6986546" cy="666237"/>
          </a:xfrm>
        </p:spPr>
        <p:txBody>
          <a:bodyPr>
            <a:normAutofit/>
          </a:bodyPr>
          <a:lstStyle/>
          <a:p>
            <a:r>
              <a:rPr lang="fr-FR" sz="2800" dirty="0" err="1"/>
              <a:t>Random</a:t>
            </a:r>
            <a:r>
              <a:rPr lang="fr-FR" sz="2800" dirty="0"/>
              <a:t> Forest </a:t>
            </a:r>
            <a:r>
              <a:rPr lang="fr-FR" sz="2800" dirty="0" err="1"/>
              <a:t>experiment</a:t>
            </a:r>
            <a:endParaRPr lang="fr-FR" sz="2800" dirty="0"/>
          </a:p>
        </p:txBody>
      </p:sp>
      <p:grpSp>
        <p:nvGrpSpPr>
          <p:cNvPr id="4" name="Group 7">
            <a:extLst>
              <a:ext uri="{FF2B5EF4-FFF2-40B4-BE49-F238E27FC236}">
                <a16:creationId xmlns:a16="http://schemas.microsoft.com/office/drawing/2014/main" id="{1493BEFE-BA18-313B-A4A6-33A211899738}"/>
              </a:ext>
            </a:extLst>
          </p:cNvPr>
          <p:cNvGrpSpPr/>
          <p:nvPr/>
        </p:nvGrpSpPr>
        <p:grpSpPr>
          <a:xfrm>
            <a:off x="271670" y="205281"/>
            <a:ext cx="1767395" cy="666230"/>
            <a:chOff x="0" y="0"/>
            <a:chExt cx="5603084" cy="2112116"/>
          </a:xfrm>
        </p:grpSpPr>
        <p:sp>
          <p:nvSpPr>
            <p:cNvPr id="5" name="Freeform 8">
              <a:extLst>
                <a:ext uri="{FF2B5EF4-FFF2-40B4-BE49-F238E27FC236}">
                  <a16:creationId xmlns:a16="http://schemas.microsoft.com/office/drawing/2014/main" id="{7C32DC87-FF58-9A6E-10DA-47E932312991}"/>
                </a:ext>
              </a:extLst>
            </p:cNvPr>
            <p:cNvSpPr/>
            <p:nvPr/>
          </p:nvSpPr>
          <p:spPr>
            <a:xfrm>
              <a:off x="0" y="0"/>
              <a:ext cx="5603113" cy="2112137"/>
            </a:xfrm>
            <a:custGeom>
              <a:avLst/>
              <a:gdLst/>
              <a:ahLst/>
              <a:cxnLst/>
              <a:rect l="l" t="t" r="r" b="b"/>
              <a:pathLst>
                <a:path w="5603113" h="2112137">
                  <a:moveTo>
                    <a:pt x="0" y="0"/>
                  </a:moveTo>
                  <a:lnTo>
                    <a:pt x="5603113" y="0"/>
                  </a:lnTo>
                  <a:lnTo>
                    <a:pt x="5603113" y="2112137"/>
                  </a:lnTo>
                  <a:lnTo>
                    <a:pt x="0" y="2112137"/>
                  </a:lnTo>
                  <a:lnTo>
                    <a:pt x="0" y="0"/>
                  </a:lnTo>
                  <a:close/>
                </a:path>
              </a:pathLst>
            </a:custGeom>
            <a:blipFill>
              <a:blip r:embed="rId2"/>
              <a:stretch>
                <a:fillRect l="-53" r="-52"/>
              </a:stretch>
            </a:blipFill>
          </p:spPr>
          <p:txBody>
            <a:bodyPr/>
            <a:lstStyle/>
            <a:p>
              <a:endParaRPr lang="fr-FR"/>
            </a:p>
          </p:txBody>
        </p:sp>
      </p:grpSp>
      <p:pic>
        <p:nvPicPr>
          <p:cNvPr id="9" name="Espace réservé du contenu 8" descr="Une image contenant capture d’écran, texte, logiciel, Logiciel multimédia&#10;&#10;Le contenu généré par l’IA peut être incorrect.">
            <a:extLst>
              <a:ext uri="{FF2B5EF4-FFF2-40B4-BE49-F238E27FC236}">
                <a16:creationId xmlns:a16="http://schemas.microsoft.com/office/drawing/2014/main" id="{5282F25C-A5DA-A107-0242-9F39CD8D4B50}"/>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684581" y="1427716"/>
            <a:ext cx="10945216" cy="4959016"/>
          </a:xfrm>
        </p:spPr>
      </p:pic>
    </p:spTree>
    <p:extLst>
      <p:ext uri="{BB962C8B-B14F-4D97-AF65-F5344CB8AC3E}">
        <p14:creationId xmlns:p14="http://schemas.microsoft.com/office/powerpoint/2010/main" val="1598438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D257A3D-DBEF-0960-1F09-87A17DD891BA}"/>
              </a:ext>
            </a:extLst>
          </p:cNvPr>
          <p:cNvSpPr>
            <a:spLocks noGrp="1"/>
          </p:cNvSpPr>
          <p:nvPr>
            <p:ph type="title"/>
          </p:nvPr>
        </p:nvSpPr>
        <p:spPr>
          <a:xfrm>
            <a:off x="2680915" y="325250"/>
            <a:ext cx="6986546" cy="666237"/>
          </a:xfrm>
        </p:spPr>
        <p:txBody>
          <a:bodyPr>
            <a:normAutofit/>
          </a:bodyPr>
          <a:lstStyle/>
          <a:p>
            <a:r>
              <a:rPr lang="fr-FR" sz="2800" dirty="0" err="1"/>
              <a:t>Decision</a:t>
            </a:r>
            <a:r>
              <a:rPr lang="fr-FR" sz="2800" dirty="0"/>
              <a:t> </a:t>
            </a:r>
            <a:r>
              <a:rPr lang="fr-FR" sz="2800" dirty="0" err="1"/>
              <a:t>Three</a:t>
            </a:r>
            <a:r>
              <a:rPr lang="fr-FR" sz="2800" dirty="0"/>
              <a:t> </a:t>
            </a:r>
            <a:r>
              <a:rPr lang="fr-FR" sz="2800" dirty="0" err="1"/>
              <a:t>experiment</a:t>
            </a:r>
            <a:endParaRPr lang="fr-FR" sz="2800" dirty="0"/>
          </a:p>
        </p:txBody>
      </p:sp>
      <p:grpSp>
        <p:nvGrpSpPr>
          <p:cNvPr id="4" name="Group 7">
            <a:extLst>
              <a:ext uri="{FF2B5EF4-FFF2-40B4-BE49-F238E27FC236}">
                <a16:creationId xmlns:a16="http://schemas.microsoft.com/office/drawing/2014/main" id="{1493BEFE-BA18-313B-A4A6-33A211899738}"/>
              </a:ext>
            </a:extLst>
          </p:cNvPr>
          <p:cNvGrpSpPr/>
          <p:nvPr/>
        </p:nvGrpSpPr>
        <p:grpSpPr>
          <a:xfrm>
            <a:off x="271670" y="205281"/>
            <a:ext cx="1767395" cy="666230"/>
            <a:chOff x="0" y="0"/>
            <a:chExt cx="5603084" cy="2112116"/>
          </a:xfrm>
        </p:grpSpPr>
        <p:sp>
          <p:nvSpPr>
            <p:cNvPr id="5" name="Freeform 8">
              <a:extLst>
                <a:ext uri="{FF2B5EF4-FFF2-40B4-BE49-F238E27FC236}">
                  <a16:creationId xmlns:a16="http://schemas.microsoft.com/office/drawing/2014/main" id="{7C32DC87-FF58-9A6E-10DA-47E932312991}"/>
                </a:ext>
              </a:extLst>
            </p:cNvPr>
            <p:cNvSpPr/>
            <p:nvPr/>
          </p:nvSpPr>
          <p:spPr>
            <a:xfrm>
              <a:off x="0" y="0"/>
              <a:ext cx="5603113" cy="2112137"/>
            </a:xfrm>
            <a:custGeom>
              <a:avLst/>
              <a:gdLst/>
              <a:ahLst/>
              <a:cxnLst/>
              <a:rect l="l" t="t" r="r" b="b"/>
              <a:pathLst>
                <a:path w="5603113" h="2112137">
                  <a:moveTo>
                    <a:pt x="0" y="0"/>
                  </a:moveTo>
                  <a:lnTo>
                    <a:pt x="5603113" y="0"/>
                  </a:lnTo>
                  <a:lnTo>
                    <a:pt x="5603113" y="2112137"/>
                  </a:lnTo>
                  <a:lnTo>
                    <a:pt x="0" y="2112137"/>
                  </a:lnTo>
                  <a:lnTo>
                    <a:pt x="0" y="0"/>
                  </a:lnTo>
                  <a:close/>
                </a:path>
              </a:pathLst>
            </a:custGeom>
            <a:blipFill>
              <a:blip r:embed="rId2"/>
              <a:stretch>
                <a:fillRect l="-53" r="-52"/>
              </a:stretch>
            </a:blipFill>
          </p:spPr>
          <p:txBody>
            <a:bodyPr/>
            <a:lstStyle/>
            <a:p>
              <a:endParaRPr lang="fr-FR"/>
            </a:p>
          </p:txBody>
        </p:sp>
      </p:grpSp>
      <p:pic>
        <p:nvPicPr>
          <p:cNvPr id="9" name="Espace réservé du contenu 8" descr="Une image contenant capture d’écran, Logiciel multimédia, logiciel, Logiciel de graphisme&#10;&#10;Le contenu généré par l’IA peut être incorrect.">
            <a:extLst>
              <a:ext uri="{FF2B5EF4-FFF2-40B4-BE49-F238E27FC236}">
                <a16:creationId xmlns:a16="http://schemas.microsoft.com/office/drawing/2014/main" id="{29CFC75C-1BA7-00EE-E846-F9C4EC2D04BE}"/>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612480" y="1480112"/>
            <a:ext cx="10824554" cy="4880663"/>
          </a:xfrm>
        </p:spPr>
      </p:pic>
    </p:spTree>
    <p:extLst>
      <p:ext uri="{BB962C8B-B14F-4D97-AF65-F5344CB8AC3E}">
        <p14:creationId xmlns:p14="http://schemas.microsoft.com/office/powerpoint/2010/main" val="1638868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D257A3D-DBEF-0960-1F09-87A17DD891BA}"/>
              </a:ext>
            </a:extLst>
          </p:cNvPr>
          <p:cNvSpPr>
            <a:spLocks noGrp="1"/>
          </p:cNvSpPr>
          <p:nvPr>
            <p:ph type="title"/>
          </p:nvPr>
        </p:nvSpPr>
        <p:spPr>
          <a:xfrm>
            <a:off x="2680915" y="325250"/>
            <a:ext cx="6986546" cy="666237"/>
          </a:xfrm>
        </p:spPr>
        <p:txBody>
          <a:bodyPr>
            <a:normAutofit/>
          </a:bodyPr>
          <a:lstStyle/>
          <a:p>
            <a:r>
              <a:rPr lang="fr-FR" sz="2800" dirty="0" err="1"/>
              <a:t>XGBoost</a:t>
            </a:r>
            <a:r>
              <a:rPr lang="fr-FR" sz="2800" dirty="0"/>
              <a:t> </a:t>
            </a:r>
            <a:r>
              <a:rPr lang="fr-FR" sz="2800" dirty="0" err="1"/>
              <a:t>experiment</a:t>
            </a:r>
            <a:endParaRPr lang="fr-FR" sz="2800" dirty="0"/>
          </a:p>
        </p:txBody>
      </p:sp>
      <p:grpSp>
        <p:nvGrpSpPr>
          <p:cNvPr id="4" name="Group 7">
            <a:extLst>
              <a:ext uri="{FF2B5EF4-FFF2-40B4-BE49-F238E27FC236}">
                <a16:creationId xmlns:a16="http://schemas.microsoft.com/office/drawing/2014/main" id="{1493BEFE-BA18-313B-A4A6-33A211899738}"/>
              </a:ext>
            </a:extLst>
          </p:cNvPr>
          <p:cNvGrpSpPr/>
          <p:nvPr/>
        </p:nvGrpSpPr>
        <p:grpSpPr>
          <a:xfrm>
            <a:off x="271670" y="205281"/>
            <a:ext cx="1767395" cy="666230"/>
            <a:chOff x="0" y="0"/>
            <a:chExt cx="5603084" cy="2112116"/>
          </a:xfrm>
        </p:grpSpPr>
        <p:sp>
          <p:nvSpPr>
            <p:cNvPr id="5" name="Freeform 8">
              <a:extLst>
                <a:ext uri="{FF2B5EF4-FFF2-40B4-BE49-F238E27FC236}">
                  <a16:creationId xmlns:a16="http://schemas.microsoft.com/office/drawing/2014/main" id="{7C32DC87-FF58-9A6E-10DA-47E932312991}"/>
                </a:ext>
              </a:extLst>
            </p:cNvPr>
            <p:cNvSpPr/>
            <p:nvPr/>
          </p:nvSpPr>
          <p:spPr>
            <a:xfrm>
              <a:off x="0" y="0"/>
              <a:ext cx="5603113" cy="2112137"/>
            </a:xfrm>
            <a:custGeom>
              <a:avLst/>
              <a:gdLst/>
              <a:ahLst/>
              <a:cxnLst/>
              <a:rect l="l" t="t" r="r" b="b"/>
              <a:pathLst>
                <a:path w="5603113" h="2112137">
                  <a:moveTo>
                    <a:pt x="0" y="0"/>
                  </a:moveTo>
                  <a:lnTo>
                    <a:pt x="5603113" y="0"/>
                  </a:lnTo>
                  <a:lnTo>
                    <a:pt x="5603113" y="2112137"/>
                  </a:lnTo>
                  <a:lnTo>
                    <a:pt x="0" y="2112137"/>
                  </a:lnTo>
                  <a:lnTo>
                    <a:pt x="0" y="0"/>
                  </a:lnTo>
                  <a:close/>
                </a:path>
              </a:pathLst>
            </a:custGeom>
            <a:blipFill>
              <a:blip r:embed="rId2"/>
              <a:stretch>
                <a:fillRect l="-53" r="-52"/>
              </a:stretch>
            </a:blipFill>
          </p:spPr>
          <p:txBody>
            <a:bodyPr/>
            <a:lstStyle/>
            <a:p>
              <a:endParaRPr lang="fr-FR"/>
            </a:p>
          </p:txBody>
        </p:sp>
      </p:grpSp>
      <p:pic>
        <p:nvPicPr>
          <p:cNvPr id="9" name="Espace réservé du contenu 8" descr="Une image contenant capture d’écran, logiciel, Logiciel multimédia, Logiciel de graphisme&#10;&#10;Le contenu généré par l’IA peut être incorrect.">
            <a:extLst>
              <a:ext uri="{FF2B5EF4-FFF2-40B4-BE49-F238E27FC236}">
                <a16:creationId xmlns:a16="http://schemas.microsoft.com/office/drawing/2014/main" id="{0BB8BEB2-E719-E7A3-BFFD-B8A075B8DEDA}"/>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521164" y="1489542"/>
            <a:ext cx="11149672" cy="5043208"/>
          </a:xfrm>
        </p:spPr>
      </p:pic>
    </p:spTree>
    <p:extLst>
      <p:ext uri="{BB962C8B-B14F-4D97-AF65-F5344CB8AC3E}">
        <p14:creationId xmlns:p14="http://schemas.microsoft.com/office/powerpoint/2010/main" val="2568246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D257A3D-DBEF-0960-1F09-87A17DD891BA}"/>
              </a:ext>
            </a:extLst>
          </p:cNvPr>
          <p:cNvSpPr>
            <a:spLocks noGrp="1"/>
          </p:cNvSpPr>
          <p:nvPr>
            <p:ph type="title"/>
          </p:nvPr>
        </p:nvSpPr>
        <p:spPr>
          <a:xfrm>
            <a:off x="2680915" y="325250"/>
            <a:ext cx="6986546" cy="666237"/>
          </a:xfrm>
        </p:spPr>
        <p:txBody>
          <a:bodyPr>
            <a:normAutofit/>
          </a:bodyPr>
          <a:lstStyle/>
          <a:p>
            <a:r>
              <a:rPr lang="fr-FR" sz="2800" dirty="0"/>
              <a:t>Méthodologie</a:t>
            </a:r>
          </a:p>
        </p:txBody>
      </p:sp>
      <p:sp>
        <p:nvSpPr>
          <p:cNvPr id="3" name="Espace réservé du contenu 2">
            <a:extLst>
              <a:ext uri="{FF2B5EF4-FFF2-40B4-BE49-F238E27FC236}">
                <a16:creationId xmlns:a16="http://schemas.microsoft.com/office/drawing/2014/main" id="{1A2F7F9E-3236-CF29-AB77-402C2F2F8E8A}"/>
              </a:ext>
            </a:extLst>
          </p:cNvPr>
          <p:cNvSpPr>
            <a:spLocks noGrp="1"/>
          </p:cNvSpPr>
          <p:nvPr>
            <p:ph idx="1"/>
          </p:nvPr>
        </p:nvSpPr>
        <p:spPr>
          <a:xfrm>
            <a:off x="514184" y="1563755"/>
            <a:ext cx="10890928" cy="4717203"/>
          </a:xfrm>
        </p:spPr>
        <p:txBody>
          <a:bodyPr>
            <a:normAutofit fontScale="47500" lnSpcReduction="20000"/>
          </a:bodyPr>
          <a:lstStyle/>
          <a:p>
            <a:r>
              <a:rPr lang="fr-FR" dirty="0"/>
              <a:t>1- Extraction du modèle avec Pickle</a:t>
            </a:r>
          </a:p>
          <a:p>
            <a:r>
              <a:rPr lang="fr-FR" dirty="0"/>
              <a:t>2- Intégration du modèle dans l'IHM avec Flask</a:t>
            </a:r>
          </a:p>
          <a:p>
            <a:r>
              <a:rPr lang="fr-FR" dirty="0"/>
              <a:t>3- Création d'une image locale avec Docker</a:t>
            </a:r>
          </a:p>
          <a:p>
            <a:endParaRPr lang="fr-FR" dirty="0"/>
          </a:p>
          <a:p>
            <a:r>
              <a:rPr lang="fr-FR" dirty="0"/>
              <a:t>GitHub :</a:t>
            </a:r>
          </a:p>
          <a:p>
            <a:r>
              <a:rPr lang="fr-FR" dirty="0"/>
              <a:t>4- Création de la pipeline CI pour créer une image avec les modifications</a:t>
            </a:r>
          </a:p>
          <a:p>
            <a:r>
              <a:rPr lang="fr-FR" dirty="0"/>
              <a:t>5- Création de la pipeline CD pour déployer l'image </a:t>
            </a:r>
            <a:r>
              <a:rPr lang="fr-FR" dirty="0" err="1"/>
              <a:t>DockerHub</a:t>
            </a:r>
            <a:endParaRPr lang="fr-FR" dirty="0"/>
          </a:p>
          <a:p>
            <a:endParaRPr lang="fr-FR" dirty="0"/>
          </a:p>
          <a:p>
            <a:r>
              <a:rPr lang="fr-FR" dirty="0"/>
              <a:t>AWS : </a:t>
            </a:r>
          </a:p>
          <a:p>
            <a:r>
              <a:rPr lang="fr-FR" dirty="0"/>
              <a:t>6- Création d'un rôle via IAM</a:t>
            </a:r>
          </a:p>
          <a:p>
            <a:r>
              <a:rPr lang="fr-FR" dirty="0"/>
              <a:t>7- Création d'un registre via ECR</a:t>
            </a:r>
          </a:p>
          <a:p>
            <a:r>
              <a:rPr lang="fr-FR" dirty="0"/>
              <a:t>8- Push manuel de l'image docker sur AWS</a:t>
            </a:r>
          </a:p>
          <a:p>
            <a:r>
              <a:rPr lang="fr-FR" dirty="0"/>
              <a:t>9- Création d'un cluster via ECS</a:t>
            </a:r>
          </a:p>
          <a:p>
            <a:r>
              <a:rPr lang="fr-FR" dirty="0"/>
              <a:t>10- Création d'une tâche via ECS</a:t>
            </a:r>
          </a:p>
          <a:p>
            <a:endParaRPr lang="fr-FR" dirty="0"/>
          </a:p>
          <a:p>
            <a:r>
              <a:rPr lang="fr-FR" dirty="0"/>
              <a:t>GitHub :</a:t>
            </a:r>
          </a:p>
          <a:p>
            <a:r>
              <a:rPr lang="fr-FR" dirty="0"/>
              <a:t>11- Création de la pipeline CD pour déployer sur AWS et mettre en ligne l'application</a:t>
            </a:r>
          </a:p>
          <a:p>
            <a:endParaRPr lang="fr-FR" dirty="0"/>
          </a:p>
        </p:txBody>
      </p:sp>
      <p:grpSp>
        <p:nvGrpSpPr>
          <p:cNvPr id="4" name="Group 7">
            <a:extLst>
              <a:ext uri="{FF2B5EF4-FFF2-40B4-BE49-F238E27FC236}">
                <a16:creationId xmlns:a16="http://schemas.microsoft.com/office/drawing/2014/main" id="{1493BEFE-BA18-313B-A4A6-33A211899738}"/>
              </a:ext>
            </a:extLst>
          </p:cNvPr>
          <p:cNvGrpSpPr/>
          <p:nvPr/>
        </p:nvGrpSpPr>
        <p:grpSpPr>
          <a:xfrm>
            <a:off x="271670" y="205281"/>
            <a:ext cx="1767395" cy="666230"/>
            <a:chOff x="0" y="0"/>
            <a:chExt cx="5603084" cy="2112116"/>
          </a:xfrm>
        </p:grpSpPr>
        <p:sp>
          <p:nvSpPr>
            <p:cNvPr id="5" name="Freeform 8">
              <a:extLst>
                <a:ext uri="{FF2B5EF4-FFF2-40B4-BE49-F238E27FC236}">
                  <a16:creationId xmlns:a16="http://schemas.microsoft.com/office/drawing/2014/main" id="{7C32DC87-FF58-9A6E-10DA-47E932312991}"/>
                </a:ext>
              </a:extLst>
            </p:cNvPr>
            <p:cNvSpPr/>
            <p:nvPr/>
          </p:nvSpPr>
          <p:spPr>
            <a:xfrm>
              <a:off x="0" y="0"/>
              <a:ext cx="5603113" cy="2112137"/>
            </a:xfrm>
            <a:custGeom>
              <a:avLst/>
              <a:gdLst/>
              <a:ahLst/>
              <a:cxnLst/>
              <a:rect l="l" t="t" r="r" b="b"/>
              <a:pathLst>
                <a:path w="5603113" h="2112137">
                  <a:moveTo>
                    <a:pt x="0" y="0"/>
                  </a:moveTo>
                  <a:lnTo>
                    <a:pt x="5603113" y="0"/>
                  </a:lnTo>
                  <a:lnTo>
                    <a:pt x="5603113" y="2112137"/>
                  </a:lnTo>
                  <a:lnTo>
                    <a:pt x="0" y="2112137"/>
                  </a:lnTo>
                  <a:lnTo>
                    <a:pt x="0" y="0"/>
                  </a:lnTo>
                  <a:close/>
                </a:path>
              </a:pathLst>
            </a:custGeom>
            <a:blipFill>
              <a:blip r:embed="rId2"/>
              <a:stretch>
                <a:fillRect l="-53" r="-52"/>
              </a:stretch>
            </a:blipFill>
          </p:spPr>
          <p:txBody>
            <a:bodyPr/>
            <a:lstStyle/>
            <a:p>
              <a:endParaRPr lang="fr-FR"/>
            </a:p>
          </p:txBody>
        </p:sp>
      </p:grpSp>
    </p:spTree>
    <p:extLst>
      <p:ext uri="{BB962C8B-B14F-4D97-AF65-F5344CB8AC3E}">
        <p14:creationId xmlns:p14="http://schemas.microsoft.com/office/powerpoint/2010/main" val="33048083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D257A3D-DBEF-0960-1F09-87A17DD891BA}"/>
              </a:ext>
            </a:extLst>
          </p:cNvPr>
          <p:cNvSpPr>
            <a:spLocks noGrp="1"/>
          </p:cNvSpPr>
          <p:nvPr>
            <p:ph type="title"/>
          </p:nvPr>
        </p:nvSpPr>
        <p:spPr>
          <a:xfrm>
            <a:off x="2680915" y="325250"/>
            <a:ext cx="6986546" cy="666237"/>
          </a:xfrm>
        </p:spPr>
        <p:txBody>
          <a:bodyPr>
            <a:normAutofit/>
          </a:bodyPr>
          <a:lstStyle/>
          <a:p>
            <a:r>
              <a:rPr lang="fr-FR" sz="2800" dirty="0"/>
              <a:t>GitHub</a:t>
            </a:r>
          </a:p>
        </p:txBody>
      </p:sp>
      <p:sp>
        <p:nvSpPr>
          <p:cNvPr id="3" name="Espace réservé du contenu 2">
            <a:extLst>
              <a:ext uri="{FF2B5EF4-FFF2-40B4-BE49-F238E27FC236}">
                <a16:creationId xmlns:a16="http://schemas.microsoft.com/office/drawing/2014/main" id="{1A2F7F9E-3236-CF29-AB77-402C2F2F8E8A}"/>
              </a:ext>
            </a:extLst>
          </p:cNvPr>
          <p:cNvSpPr>
            <a:spLocks noGrp="1"/>
          </p:cNvSpPr>
          <p:nvPr>
            <p:ph idx="1"/>
          </p:nvPr>
        </p:nvSpPr>
        <p:spPr>
          <a:xfrm>
            <a:off x="514184" y="1563755"/>
            <a:ext cx="10890928" cy="4717203"/>
          </a:xfrm>
        </p:spPr>
        <p:txBody>
          <a:bodyPr>
            <a:normAutofit/>
          </a:bodyPr>
          <a:lstStyle/>
          <a:p>
            <a:r>
              <a:rPr lang="fr-FR" dirty="0"/>
              <a:t>Lien: https://github.com/Atji00/FricMlops.git</a:t>
            </a:r>
          </a:p>
        </p:txBody>
      </p:sp>
      <p:grpSp>
        <p:nvGrpSpPr>
          <p:cNvPr id="4" name="Group 7">
            <a:extLst>
              <a:ext uri="{FF2B5EF4-FFF2-40B4-BE49-F238E27FC236}">
                <a16:creationId xmlns:a16="http://schemas.microsoft.com/office/drawing/2014/main" id="{1493BEFE-BA18-313B-A4A6-33A211899738}"/>
              </a:ext>
            </a:extLst>
          </p:cNvPr>
          <p:cNvGrpSpPr/>
          <p:nvPr/>
        </p:nvGrpSpPr>
        <p:grpSpPr>
          <a:xfrm>
            <a:off x="271670" y="205281"/>
            <a:ext cx="1767395" cy="666230"/>
            <a:chOff x="0" y="0"/>
            <a:chExt cx="5603084" cy="2112116"/>
          </a:xfrm>
        </p:grpSpPr>
        <p:sp>
          <p:nvSpPr>
            <p:cNvPr id="5" name="Freeform 8">
              <a:extLst>
                <a:ext uri="{FF2B5EF4-FFF2-40B4-BE49-F238E27FC236}">
                  <a16:creationId xmlns:a16="http://schemas.microsoft.com/office/drawing/2014/main" id="{7C32DC87-FF58-9A6E-10DA-47E932312991}"/>
                </a:ext>
              </a:extLst>
            </p:cNvPr>
            <p:cNvSpPr/>
            <p:nvPr/>
          </p:nvSpPr>
          <p:spPr>
            <a:xfrm>
              <a:off x="0" y="0"/>
              <a:ext cx="5603113" cy="2112137"/>
            </a:xfrm>
            <a:custGeom>
              <a:avLst/>
              <a:gdLst/>
              <a:ahLst/>
              <a:cxnLst/>
              <a:rect l="l" t="t" r="r" b="b"/>
              <a:pathLst>
                <a:path w="5603113" h="2112137">
                  <a:moveTo>
                    <a:pt x="0" y="0"/>
                  </a:moveTo>
                  <a:lnTo>
                    <a:pt x="5603113" y="0"/>
                  </a:lnTo>
                  <a:lnTo>
                    <a:pt x="5603113" y="2112137"/>
                  </a:lnTo>
                  <a:lnTo>
                    <a:pt x="0" y="2112137"/>
                  </a:lnTo>
                  <a:lnTo>
                    <a:pt x="0" y="0"/>
                  </a:lnTo>
                  <a:close/>
                </a:path>
              </a:pathLst>
            </a:custGeom>
            <a:blipFill>
              <a:blip r:embed="rId2"/>
              <a:stretch>
                <a:fillRect l="-53" r="-52"/>
              </a:stretch>
            </a:blipFill>
          </p:spPr>
          <p:txBody>
            <a:bodyPr/>
            <a:lstStyle/>
            <a:p>
              <a:endParaRPr lang="fr-FR"/>
            </a:p>
          </p:txBody>
        </p:sp>
      </p:grpSp>
      <p:pic>
        <p:nvPicPr>
          <p:cNvPr id="7" name="Image 6">
            <a:extLst>
              <a:ext uri="{FF2B5EF4-FFF2-40B4-BE49-F238E27FC236}">
                <a16:creationId xmlns:a16="http://schemas.microsoft.com/office/drawing/2014/main" id="{37B7E8E6-30F6-C62B-3364-2B6CFD7E5820}"/>
              </a:ext>
            </a:extLst>
          </p:cNvPr>
          <p:cNvPicPr>
            <a:picLocks noChangeAspect="1"/>
          </p:cNvPicPr>
          <p:nvPr/>
        </p:nvPicPr>
        <p:blipFill>
          <a:blip r:embed="rId3"/>
          <a:stretch>
            <a:fillRect/>
          </a:stretch>
        </p:blipFill>
        <p:spPr>
          <a:xfrm>
            <a:off x="749646" y="2398542"/>
            <a:ext cx="2578855" cy="3552092"/>
          </a:xfrm>
          <a:prstGeom prst="rect">
            <a:avLst/>
          </a:prstGeom>
        </p:spPr>
      </p:pic>
      <p:pic>
        <p:nvPicPr>
          <p:cNvPr id="9" name="Image 8">
            <a:extLst>
              <a:ext uri="{FF2B5EF4-FFF2-40B4-BE49-F238E27FC236}">
                <a16:creationId xmlns:a16="http://schemas.microsoft.com/office/drawing/2014/main" id="{DEDA3BE6-7915-E0CC-DE1D-B4967A642C89}"/>
              </a:ext>
            </a:extLst>
          </p:cNvPr>
          <p:cNvPicPr>
            <a:picLocks noChangeAspect="1"/>
          </p:cNvPicPr>
          <p:nvPr/>
        </p:nvPicPr>
        <p:blipFill>
          <a:blip r:embed="rId4"/>
          <a:stretch>
            <a:fillRect/>
          </a:stretch>
        </p:blipFill>
        <p:spPr>
          <a:xfrm>
            <a:off x="3506835" y="2398542"/>
            <a:ext cx="2174722" cy="2363607"/>
          </a:xfrm>
          <a:prstGeom prst="rect">
            <a:avLst/>
          </a:prstGeom>
        </p:spPr>
      </p:pic>
      <p:pic>
        <p:nvPicPr>
          <p:cNvPr id="11" name="Image 10">
            <a:extLst>
              <a:ext uri="{FF2B5EF4-FFF2-40B4-BE49-F238E27FC236}">
                <a16:creationId xmlns:a16="http://schemas.microsoft.com/office/drawing/2014/main" id="{ADE02A18-95CF-5913-4381-DDF9B61E20CF}"/>
              </a:ext>
            </a:extLst>
          </p:cNvPr>
          <p:cNvPicPr>
            <a:picLocks noChangeAspect="1"/>
          </p:cNvPicPr>
          <p:nvPr/>
        </p:nvPicPr>
        <p:blipFill>
          <a:blip r:embed="rId5"/>
          <a:stretch>
            <a:fillRect/>
          </a:stretch>
        </p:blipFill>
        <p:spPr>
          <a:xfrm>
            <a:off x="5859892" y="2398542"/>
            <a:ext cx="1918996" cy="3636499"/>
          </a:xfrm>
          <a:prstGeom prst="rect">
            <a:avLst/>
          </a:prstGeom>
        </p:spPr>
      </p:pic>
      <p:pic>
        <p:nvPicPr>
          <p:cNvPr id="13" name="Image 12">
            <a:extLst>
              <a:ext uri="{FF2B5EF4-FFF2-40B4-BE49-F238E27FC236}">
                <a16:creationId xmlns:a16="http://schemas.microsoft.com/office/drawing/2014/main" id="{A47CF5F2-7215-BB44-BAF1-355C40B9E276}"/>
              </a:ext>
            </a:extLst>
          </p:cNvPr>
          <p:cNvPicPr>
            <a:picLocks noChangeAspect="1"/>
          </p:cNvPicPr>
          <p:nvPr/>
        </p:nvPicPr>
        <p:blipFill>
          <a:blip r:embed="rId6"/>
          <a:stretch>
            <a:fillRect/>
          </a:stretch>
        </p:blipFill>
        <p:spPr>
          <a:xfrm>
            <a:off x="8384817" y="2243797"/>
            <a:ext cx="1726214" cy="4128868"/>
          </a:xfrm>
          <a:prstGeom prst="rect">
            <a:avLst/>
          </a:prstGeom>
        </p:spPr>
      </p:pic>
    </p:spTree>
    <p:extLst>
      <p:ext uri="{BB962C8B-B14F-4D97-AF65-F5344CB8AC3E}">
        <p14:creationId xmlns:p14="http://schemas.microsoft.com/office/powerpoint/2010/main" val="2611680223"/>
      </p:ext>
    </p:extLst>
  </p:cSld>
  <p:clrMapOvr>
    <a:masterClrMapping/>
  </p:clrMapOvr>
</p:sld>
</file>

<file path=ppt/theme/theme1.xml><?xml version="1.0" encoding="utf-8"?>
<a:theme xmlns:a="http://schemas.openxmlformats.org/drawingml/2006/main" name="DashVTI">
  <a:themeElements>
    <a:clrScheme name="Custom 6">
      <a:dk1>
        <a:sysClr val="windowText" lastClr="000000"/>
      </a:dk1>
      <a:lt1>
        <a:sysClr val="window" lastClr="FFFFFF"/>
      </a:lt1>
      <a:dk2>
        <a:srgbClr val="0D1C3B"/>
      </a:dk2>
      <a:lt2>
        <a:srgbClr val="F5F2F9"/>
      </a:lt2>
      <a:accent1>
        <a:srgbClr val="1973EB"/>
      </a:accent1>
      <a:accent2>
        <a:srgbClr val="25C8A2"/>
      </a:accent2>
      <a:accent3>
        <a:srgbClr val="BF8ED1"/>
      </a:accent3>
      <a:accent4>
        <a:srgbClr val="FE733C"/>
      </a:accent4>
      <a:accent5>
        <a:srgbClr val="FE5A5A"/>
      </a:accent5>
      <a:accent6>
        <a:srgbClr val="1AC16E"/>
      </a:accent6>
      <a:hlink>
        <a:srgbClr val="1AC16E"/>
      </a:hlink>
      <a:folHlink>
        <a:srgbClr val="00B0F0"/>
      </a:folHlink>
    </a:clrScheme>
    <a:fontScheme name="grandview display">
      <a:majorFont>
        <a:latin typeface="Grandview Display"/>
        <a:ea typeface=""/>
        <a:cs typeface=""/>
      </a:majorFont>
      <a:minorFont>
        <a:latin typeface="Grandview Displa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ashVTI" id="{0A75137F-CDEB-4E94-A788-9D255EBE1B91}" vid="{DE9A6A09-5855-45A3-8E99-4290ED24057C}"/>
    </a:ext>
  </a:extLst>
</a:theme>
</file>

<file path=docProps/app.xml><?xml version="1.0" encoding="utf-8"?>
<Properties xmlns="http://schemas.openxmlformats.org/officeDocument/2006/extended-properties" xmlns:vt="http://schemas.openxmlformats.org/officeDocument/2006/docPropsVTypes">
  <TotalTime>52</TotalTime>
  <Words>212</Words>
  <Application>Microsoft Office PowerPoint</Application>
  <PresentationFormat>Grand écran</PresentationFormat>
  <Paragraphs>28</Paragraphs>
  <Slides>7</Slides>
  <Notes>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7</vt:i4>
      </vt:variant>
    </vt:vector>
  </HeadingPairs>
  <TitlesOfParts>
    <vt:vector size="11" baseType="lpstr">
      <vt:lpstr>Arial</vt:lpstr>
      <vt:lpstr>Daytona</vt:lpstr>
      <vt:lpstr>Grandview Display</vt:lpstr>
      <vt:lpstr>DashVTI</vt:lpstr>
      <vt:lpstr>MLOps </vt:lpstr>
      <vt:lpstr>SUJET : Loan Default Prediction </vt:lpstr>
      <vt:lpstr>Random Forest experiment</vt:lpstr>
      <vt:lpstr>Decision Three experiment</vt:lpstr>
      <vt:lpstr>XGBoost experiment</vt:lpstr>
      <vt:lpstr>Méthodologie</vt:lpstr>
      <vt:lpstr>GitHub</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Ilias B</dc:creator>
  <cp:lastModifiedBy>Ilias B</cp:lastModifiedBy>
  <cp:revision>5</cp:revision>
  <dcterms:created xsi:type="dcterms:W3CDTF">2025-03-10T16:53:12Z</dcterms:created>
  <dcterms:modified xsi:type="dcterms:W3CDTF">2025-03-23T14:45:46Z</dcterms:modified>
</cp:coreProperties>
</file>